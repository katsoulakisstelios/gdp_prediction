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74" r:id="rId4"/>
    <p:sldId id="259" r:id="rId5"/>
    <p:sldId id="272" r:id="rId6"/>
    <p:sldId id="281" r:id="rId7"/>
    <p:sldId id="262" r:id="rId8"/>
    <p:sldId id="263" r:id="rId9"/>
    <p:sldId id="275" r:id="rId10"/>
    <p:sldId id="280" r:id="rId11"/>
    <p:sldId id="282" r:id="rId12"/>
    <p:sldId id="269" r:id="rId13"/>
    <p:sldId id="271" r:id="rId14"/>
    <p:sldId id="270" r:id="rId15"/>
    <p:sldId id="283" r:id="rId16"/>
    <p:sldId id="276" r:id="rId17"/>
    <p:sldId id="277" r:id="rId18"/>
    <p:sldId id="279" r:id="rId19"/>
    <p:sldId id="28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41" autoAdjust="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>
        <p:guide orient="horz" pos="336"/>
        <p:guide pos="3840"/>
      </p:guideLst>
    </p:cSldViewPr>
  </p:slideViewPr>
  <p:outlineViewPr>
    <p:cViewPr>
      <p:scale>
        <a:sx n="33" d="100"/>
        <a:sy n="33" d="100"/>
      </p:scale>
      <p:origin x="0" y="-5107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slide" Target="../slides/slide5.xml"/><Relationship Id="rId1" Type="http://schemas.openxmlformats.org/officeDocument/2006/relationships/slide" Target="../slides/slide3.xml"/><Relationship Id="rId4" Type="http://schemas.openxmlformats.org/officeDocument/2006/relationships/slide" Target="../slides/slide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A9E113-D673-44F8-8F5E-07D6E5E118A4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8C58C24-D9CF-4BDC-AC59-2212CF106567}">
      <dgm:prSet custT="1"/>
      <dgm:spPr/>
      <dgm:t>
        <a:bodyPr/>
        <a:lstStyle/>
        <a:p>
          <a:r>
            <a:rPr lang="en-US" sz="1600" dirty="0">
              <a:hlinkClick xmlns:r="http://schemas.openxmlformats.org/officeDocument/2006/relationships" r:id="rId1" action="ppaction://hlinksldjump"/>
            </a:rPr>
            <a:t>Problem Statement – Project Details</a:t>
          </a:r>
          <a:endParaRPr lang="en-US" sz="1600" dirty="0"/>
        </a:p>
      </dgm:t>
    </dgm:pt>
    <dgm:pt modelId="{9D7E83AA-CF86-44EC-9045-22A6F86AAB00}" type="parTrans" cxnId="{8D2D8024-91C2-466F-BEE8-DFC997AADC69}">
      <dgm:prSet/>
      <dgm:spPr/>
      <dgm:t>
        <a:bodyPr/>
        <a:lstStyle/>
        <a:p>
          <a:endParaRPr lang="en-US" sz="1600"/>
        </a:p>
      </dgm:t>
    </dgm:pt>
    <dgm:pt modelId="{537C516D-8663-490C-BCC2-F407504F188A}" type="sibTrans" cxnId="{8D2D8024-91C2-466F-BEE8-DFC997AADC69}">
      <dgm:prSet/>
      <dgm:spPr/>
      <dgm:t>
        <a:bodyPr/>
        <a:lstStyle/>
        <a:p>
          <a:endParaRPr lang="en-US" sz="1600"/>
        </a:p>
      </dgm:t>
    </dgm:pt>
    <dgm:pt modelId="{0F549A7D-BB39-4CB7-BE31-3083E3A60508}">
      <dgm:prSet custT="1"/>
      <dgm:spPr/>
      <dgm:t>
        <a:bodyPr/>
        <a:lstStyle/>
        <a:p>
          <a:r>
            <a:rPr lang="en-US" sz="1600" b="0" dirty="0">
              <a:hlinkClick xmlns:r="http://schemas.openxmlformats.org/officeDocument/2006/relationships" r:id="rId2" action="ppaction://hlinksldjump"/>
            </a:rPr>
            <a:t>Getting to know the data</a:t>
          </a:r>
          <a:endParaRPr lang="en-US" sz="1600" b="0" dirty="0"/>
        </a:p>
      </dgm:t>
    </dgm:pt>
    <dgm:pt modelId="{B4445DB5-AD1D-4C02-B1B9-C2A9DB60F375}" type="parTrans" cxnId="{0620C954-241F-4493-8821-8F8EC6090099}">
      <dgm:prSet/>
      <dgm:spPr/>
      <dgm:t>
        <a:bodyPr/>
        <a:lstStyle/>
        <a:p>
          <a:endParaRPr lang="en-US" sz="1600"/>
        </a:p>
      </dgm:t>
    </dgm:pt>
    <dgm:pt modelId="{412967C6-6446-48A3-AD7F-7121E2D69341}" type="sibTrans" cxnId="{0620C954-241F-4493-8821-8F8EC6090099}">
      <dgm:prSet/>
      <dgm:spPr/>
      <dgm:t>
        <a:bodyPr/>
        <a:lstStyle/>
        <a:p>
          <a:endParaRPr lang="en-US" sz="1600"/>
        </a:p>
      </dgm:t>
    </dgm:pt>
    <dgm:pt modelId="{EB927DFE-9ACA-46DA-BFDD-3AD679ED5685}">
      <dgm:prSet custT="1"/>
      <dgm:spPr/>
      <dgm:t>
        <a:bodyPr/>
        <a:lstStyle/>
        <a:p>
          <a:r>
            <a:rPr lang="en-US" sz="1600" dirty="0">
              <a:hlinkClick xmlns:r="http://schemas.openxmlformats.org/officeDocument/2006/relationships" r:id="rId3" action="ppaction://hlinksldjump"/>
            </a:rPr>
            <a:t>Limitations and Improvements</a:t>
          </a:r>
          <a:endParaRPr lang="en-US" sz="1600" dirty="0"/>
        </a:p>
      </dgm:t>
    </dgm:pt>
    <dgm:pt modelId="{C41F5EA5-68F4-4157-B89C-545127CF300F}" type="parTrans" cxnId="{3A6AC288-7C88-410F-9A80-EC4A8290F10B}">
      <dgm:prSet/>
      <dgm:spPr/>
      <dgm:t>
        <a:bodyPr/>
        <a:lstStyle/>
        <a:p>
          <a:endParaRPr lang="en-US" sz="1600"/>
        </a:p>
      </dgm:t>
    </dgm:pt>
    <dgm:pt modelId="{A768AF3C-F946-4457-AAEE-611CC0D87D8D}" type="sibTrans" cxnId="{3A6AC288-7C88-410F-9A80-EC4A8290F10B}">
      <dgm:prSet/>
      <dgm:spPr/>
      <dgm:t>
        <a:bodyPr/>
        <a:lstStyle/>
        <a:p>
          <a:endParaRPr lang="en-US" sz="1600"/>
        </a:p>
      </dgm:t>
    </dgm:pt>
    <dgm:pt modelId="{5CA9E5B3-83CF-4CDE-A3B0-21203F1061C8}">
      <dgm:prSet custT="1"/>
      <dgm:spPr/>
      <dgm:t>
        <a:bodyPr/>
        <a:lstStyle/>
        <a:p>
          <a:r>
            <a:rPr lang="en-US" sz="1600" dirty="0">
              <a:hlinkClick xmlns:r="http://schemas.openxmlformats.org/officeDocument/2006/relationships" r:id="rId4" action="ppaction://hlinksldjump"/>
            </a:rPr>
            <a:t>Forecasting</a:t>
          </a:r>
          <a:endParaRPr lang="en-US" sz="1600" dirty="0"/>
        </a:p>
      </dgm:t>
    </dgm:pt>
    <dgm:pt modelId="{07849B4D-F39F-43E9-A0B2-AE6D93D078A5}" type="parTrans" cxnId="{9E6BD046-400C-4033-A3A8-FF19D2F28E98}">
      <dgm:prSet/>
      <dgm:spPr/>
      <dgm:t>
        <a:bodyPr/>
        <a:lstStyle/>
        <a:p>
          <a:endParaRPr lang="en-US"/>
        </a:p>
      </dgm:t>
    </dgm:pt>
    <dgm:pt modelId="{38D6178D-9011-4DD8-96BF-584C1364F329}" type="sibTrans" cxnId="{9E6BD046-400C-4033-A3A8-FF19D2F28E98}">
      <dgm:prSet/>
      <dgm:spPr/>
      <dgm:t>
        <a:bodyPr/>
        <a:lstStyle/>
        <a:p>
          <a:endParaRPr lang="en-US"/>
        </a:p>
      </dgm:t>
    </dgm:pt>
    <dgm:pt modelId="{5C4E1734-5B7D-4E33-974F-4755FE608853}" type="pres">
      <dgm:prSet presAssocID="{15A9E113-D673-44F8-8F5E-07D6E5E118A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4FB2645-FD17-4B37-9C08-E692430BE2D0}" type="pres">
      <dgm:prSet presAssocID="{08C58C24-D9CF-4BDC-AC59-2212CF106567}" presName="hierRoot1" presStyleCnt="0"/>
      <dgm:spPr/>
    </dgm:pt>
    <dgm:pt modelId="{F7AC7E5C-6001-46C7-902E-F476A738BF0E}" type="pres">
      <dgm:prSet presAssocID="{08C58C24-D9CF-4BDC-AC59-2212CF106567}" presName="composite" presStyleCnt="0"/>
      <dgm:spPr/>
    </dgm:pt>
    <dgm:pt modelId="{50D868BC-E968-4E20-9D96-AE128ABC6DDB}" type="pres">
      <dgm:prSet presAssocID="{08C58C24-D9CF-4BDC-AC59-2212CF106567}" presName="background" presStyleLbl="node0" presStyleIdx="0" presStyleCnt="4"/>
      <dgm:spPr/>
    </dgm:pt>
    <dgm:pt modelId="{BB91E1C0-FC9F-4896-AFC6-D071562C8717}" type="pres">
      <dgm:prSet presAssocID="{08C58C24-D9CF-4BDC-AC59-2212CF106567}" presName="text" presStyleLbl="fgAcc0" presStyleIdx="0" presStyleCnt="4">
        <dgm:presLayoutVars>
          <dgm:chPref val="3"/>
        </dgm:presLayoutVars>
      </dgm:prSet>
      <dgm:spPr/>
    </dgm:pt>
    <dgm:pt modelId="{9A83C6CC-6768-4628-A491-B14F61C72CBD}" type="pres">
      <dgm:prSet presAssocID="{08C58C24-D9CF-4BDC-AC59-2212CF106567}" presName="hierChild2" presStyleCnt="0"/>
      <dgm:spPr/>
    </dgm:pt>
    <dgm:pt modelId="{C8F3B297-756D-4F95-95A6-5C7F9201D279}" type="pres">
      <dgm:prSet presAssocID="{0F549A7D-BB39-4CB7-BE31-3083E3A60508}" presName="hierRoot1" presStyleCnt="0"/>
      <dgm:spPr/>
    </dgm:pt>
    <dgm:pt modelId="{932847F0-E4C7-404F-BCDF-CF5EC5E0481C}" type="pres">
      <dgm:prSet presAssocID="{0F549A7D-BB39-4CB7-BE31-3083E3A60508}" presName="composite" presStyleCnt="0"/>
      <dgm:spPr/>
    </dgm:pt>
    <dgm:pt modelId="{B37DF687-B1F1-4DC4-8E48-E91DDACD0766}" type="pres">
      <dgm:prSet presAssocID="{0F549A7D-BB39-4CB7-BE31-3083E3A60508}" presName="background" presStyleLbl="node0" presStyleIdx="1" presStyleCnt="4"/>
      <dgm:spPr/>
    </dgm:pt>
    <dgm:pt modelId="{058B0F17-E966-452A-9DF1-F0F710AFCE19}" type="pres">
      <dgm:prSet presAssocID="{0F549A7D-BB39-4CB7-BE31-3083E3A60508}" presName="text" presStyleLbl="fgAcc0" presStyleIdx="1" presStyleCnt="4">
        <dgm:presLayoutVars>
          <dgm:chPref val="3"/>
        </dgm:presLayoutVars>
      </dgm:prSet>
      <dgm:spPr/>
    </dgm:pt>
    <dgm:pt modelId="{0EEEA951-6E18-4C63-9C2B-FDEE0FFDDF1E}" type="pres">
      <dgm:prSet presAssocID="{0F549A7D-BB39-4CB7-BE31-3083E3A60508}" presName="hierChild2" presStyleCnt="0"/>
      <dgm:spPr/>
    </dgm:pt>
    <dgm:pt modelId="{75485F78-8024-4554-A078-1D5867AD3CB3}" type="pres">
      <dgm:prSet presAssocID="{5CA9E5B3-83CF-4CDE-A3B0-21203F1061C8}" presName="hierRoot1" presStyleCnt="0"/>
      <dgm:spPr/>
    </dgm:pt>
    <dgm:pt modelId="{3F15E514-703B-4FF0-847A-C206B4CBADA5}" type="pres">
      <dgm:prSet presAssocID="{5CA9E5B3-83CF-4CDE-A3B0-21203F1061C8}" presName="composite" presStyleCnt="0"/>
      <dgm:spPr/>
    </dgm:pt>
    <dgm:pt modelId="{2C272DDA-5E74-4927-A070-8896DA1A880F}" type="pres">
      <dgm:prSet presAssocID="{5CA9E5B3-83CF-4CDE-A3B0-21203F1061C8}" presName="background" presStyleLbl="node0" presStyleIdx="2" presStyleCnt="4"/>
      <dgm:spPr/>
    </dgm:pt>
    <dgm:pt modelId="{BA359C16-B5E9-4BE4-B059-300A7C7E95ED}" type="pres">
      <dgm:prSet presAssocID="{5CA9E5B3-83CF-4CDE-A3B0-21203F1061C8}" presName="text" presStyleLbl="fgAcc0" presStyleIdx="2" presStyleCnt="4">
        <dgm:presLayoutVars>
          <dgm:chPref val="3"/>
        </dgm:presLayoutVars>
      </dgm:prSet>
      <dgm:spPr/>
    </dgm:pt>
    <dgm:pt modelId="{11DF6FCF-261D-4E9E-A210-618FEB91A243}" type="pres">
      <dgm:prSet presAssocID="{5CA9E5B3-83CF-4CDE-A3B0-21203F1061C8}" presName="hierChild2" presStyleCnt="0"/>
      <dgm:spPr/>
    </dgm:pt>
    <dgm:pt modelId="{9A47962B-DE23-4F5B-9897-B63E5C18F69B}" type="pres">
      <dgm:prSet presAssocID="{EB927DFE-9ACA-46DA-BFDD-3AD679ED5685}" presName="hierRoot1" presStyleCnt="0"/>
      <dgm:spPr/>
    </dgm:pt>
    <dgm:pt modelId="{EEBBD2A7-2D3E-4035-89CE-A8DE69F7064D}" type="pres">
      <dgm:prSet presAssocID="{EB927DFE-9ACA-46DA-BFDD-3AD679ED5685}" presName="composite" presStyleCnt="0"/>
      <dgm:spPr/>
    </dgm:pt>
    <dgm:pt modelId="{D86F7496-DC95-4AC9-917B-761592F3F63E}" type="pres">
      <dgm:prSet presAssocID="{EB927DFE-9ACA-46DA-BFDD-3AD679ED5685}" presName="background" presStyleLbl="node0" presStyleIdx="3" presStyleCnt="4"/>
      <dgm:spPr/>
    </dgm:pt>
    <dgm:pt modelId="{8B8A18E0-0E7C-4113-A366-8A6B5CB597E5}" type="pres">
      <dgm:prSet presAssocID="{EB927DFE-9ACA-46DA-BFDD-3AD679ED5685}" presName="text" presStyleLbl="fgAcc0" presStyleIdx="3" presStyleCnt="4">
        <dgm:presLayoutVars>
          <dgm:chPref val="3"/>
        </dgm:presLayoutVars>
      </dgm:prSet>
      <dgm:spPr/>
    </dgm:pt>
    <dgm:pt modelId="{837C91AA-920A-48EF-8F92-56CD9C499762}" type="pres">
      <dgm:prSet presAssocID="{EB927DFE-9ACA-46DA-BFDD-3AD679ED5685}" presName="hierChild2" presStyleCnt="0"/>
      <dgm:spPr/>
    </dgm:pt>
  </dgm:ptLst>
  <dgm:cxnLst>
    <dgm:cxn modelId="{8D2D8024-91C2-466F-BEE8-DFC997AADC69}" srcId="{15A9E113-D673-44F8-8F5E-07D6E5E118A4}" destId="{08C58C24-D9CF-4BDC-AC59-2212CF106567}" srcOrd="0" destOrd="0" parTransId="{9D7E83AA-CF86-44EC-9045-22A6F86AAB00}" sibTransId="{537C516D-8663-490C-BCC2-F407504F188A}"/>
    <dgm:cxn modelId="{9E6BD046-400C-4033-A3A8-FF19D2F28E98}" srcId="{15A9E113-D673-44F8-8F5E-07D6E5E118A4}" destId="{5CA9E5B3-83CF-4CDE-A3B0-21203F1061C8}" srcOrd="2" destOrd="0" parTransId="{07849B4D-F39F-43E9-A0B2-AE6D93D078A5}" sibTransId="{38D6178D-9011-4DD8-96BF-584C1364F329}"/>
    <dgm:cxn modelId="{9323216A-7A7F-437E-8866-0509AB08C27A}" type="presOf" srcId="{5CA9E5B3-83CF-4CDE-A3B0-21203F1061C8}" destId="{BA359C16-B5E9-4BE4-B059-300A7C7E95ED}" srcOrd="0" destOrd="0" presId="urn:microsoft.com/office/officeart/2005/8/layout/hierarchy1"/>
    <dgm:cxn modelId="{8079926C-1CE8-455F-8825-CC0C561EAB12}" type="presOf" srcId="{08C58C24-D9CF-4BDC-AC59-2212CF106567}" destId="{BB91E1C0-FC9F-4896-AFC6-D071562C8717}" srcOrd="0" destOrd="0" presId="urn:microsoft.com/office/officeart/2005/8/layout/hierarchy1"/>
    <dgm:cxn modelId="{0620C954-241F-4493-8821-8F8EC6090099}" srcId="{15A9E113-D673-44F8-8F5E-07D6E5E118A4}" destId="{0F549A7D-BB39-4CB7-BE31-3083E3A60508}" srcOrd="1" destOrd="0" parTransId="{B4445DB5-AD1D-4C02-B1B9-C2A9DB60F375}" sibTransId="{412967C6-6446-48A3-AD7F-7121E2D69341}"/>
    <dgm:cxn modelId="{7206537D-1D03-412C-AB1B-1C0A77216002}" type="presOf" srcId="{15A9E113-D673-44F8-8F5E-07D6E5E118A4}" destId="{5C4E1734-5B7D-4E33-974F-4755FE608853}" srcOrd="0" destOrd="0" presId="urn:microsoft.com/office/officeart/2005/8/layout/hierarchy1"/>
    <dgm:cxn modelId="{3A6AC288-7C88-410F-9A80-EC4A8290F10B}" srcId="{15A9E113-D673-44F8-8F5E-07D6E5E118A4}" destId="{EB927DFE-9ACA-46DA-BFDD-3AD679ED5685}" srcOrd="3" destOrd="0" parTransId="{C41F5EA5-68F4-4157-B89C-545127CF300F}" sibTransId="{A768AF3C-F946-4457-AAEE-611CC0D87D8D}"/>
    <dgm:cxn modelId="{D21892A8-3361-428E-86C5-B7C604CC7230}" type="presOf" srcId="{EB927DFE-9ACA-46DA-BFDD-3AD679ED5685}" destId="{8B8A18E0-0E7C-4113-A366-8A6B5CB597E5}" srcOrd="0" destOrd="0" presId="urn:microsoft.com/office/officeart/2005/8/layout/hierarchy1"/>
    <dgm:cxn modelId="{95BEADCE-C32E-4F4D-BCCB-9DFF2E4512B8}" type="presOf" srcId="{0F549A7D-BB39-4CB7-BE31-3083E3A60508}" destId="{058B0F17-E966-452A-9DF1-F0F710AFCE19}" srcOrd="0" destOrd="0" presId="urn:microsoft.com/office/officeart/2005/8/layout/hierarchy1"/>
    <dgm:cxn modelId="{DFB02256-1CDC-42C6-A291-286314798E2B}" type="presParOf" srcId="{5C4E1734-5B7D-4E33-974F-4755FE608853}" destId="{84FB2645-FD17-4B37-9C08-E692430BE2D0}" srcOrd="0" destOrd="0" presId="urn:microsoft.com/office/officeart/2005/8/layout/hierarchy1"/>
    <dgm:cxn modelId="{C8E1DC9D-DBCB-436B-9E61-01D88C0AD652}" type="presParOf" srcId="{84FB2645-FD17-4B37-9C08-E692430BE2D0}" destId="{F7AC7E5C-6001-46C7-902E-F476A738BF0E}" srcOrd="0" destOrd="0" presId="urn:microsoft.com/office/officeart/2005/8/layout/hierarchy1"/>
    <dgm:cxn modelId="{171901A2-24F0-4F6C-87E8-BFA0F7CE3D44}" type="presParOf" srcId="{F7AC7E5C-6001-46C7-902E-F476A738BF0E}" destId="{50D868BC-E968-4E20-9D96-AE128ABC6DDB}" srcOrd="0" destOrd="0" presId="urn:microsoft.com/office/officeart/2005/8/layout/hierarchy1"/>
    <dgm:cxn modelId="{747FDBDE-5464-4BDF-913A-092D09BD5A8C}" type="presParOf" srcId="{F7AC7E5C-6001-46C7-902E-F476A738BF0E}" destId="{BB91E1C0-FC9F-4896-AFC6-D071562C8717}" srcOrd="1" destOrd="0" presId="urn:microsoft.com/office/officeart/2005/8/layout/hierarchy1"/>
    <dgm:cxn modelId="{AD9E2A11-B28E-4834-B68A-702429CA329A}" type="presParOf" srcId="{84FB2645-FD17-4B37-9C08-E692430BE2D0}" destId="{9A83C6CC-6768-4628-A491-B14F61C72CBD}" srcOrd="1" destOrd="0" presId="urn:microsoft.com/office/officeart/2005/8/layout/hierarchy1"/>
    <dgm:cxn modelId="{269FB00E-F394-41B9-9B1E-0D870E4D7728}" type="presParOf" srcId="{5C4E1734-5B7D-4E33-974F-4755FE608853}" destId="{C8F3B297-756D-4F95-95A6-5C7F9201D279}" srcOrd="1" destOrd="0" presId="urn:microsoft.com/office/officeart/2005/8/layout/hierarchy1"/>
    <dgm:cxn modelId="{B8C4081C-D05F-4355-9937-D8DBFA8E1649}" type="presParOf" srcId="{C8F3B297-756D-4F95-95A6-5C7F9201D279}" destId="{932847F0-E4C7-404F-BCDF-CF5EC5E0481C}" srcOrd="0" destOrd="0" presId="urn:microsoft.com/office/officeart/2005/8/layout/hierarchy1"/>
    <dgm:cxn modelId="{E8C9D02F-C00C-4ADB-901E-70EFC3DD2FCB}" type="presParOf" srcId="{932847F0-E4C7-404F-BCDF-CF5EC5E0481C}" destId="{B37DF687-B1F1-4DC4-8E48-E91DDACD0766}" srcOrd="0" destOrd="0" presId="urn:microsoft.com/office/officeart/2005/8/layout/hierarchy1"/>
    <dgm:cxn modelId="{656E8F3F-2F45-4388-BD9F-01A22A425CD7}" type="presParOf" srcId="{932847F0-E4C7-404F-BCDF-CF5EC5E0481C}" destId="{058B0F17-E966-452A-9DF1-F0F710AFCE19}" srcOrd="1" destOrd="0" presId="urn:microsoft.com/office/officeart/2005/8/layout/hierarchy1"/>
    <dgm:cxn modelId="{3D19EA77-5427-450D-BAD8-721A688A33D6}" type="presParOf" srcId="{C8F3B297-756D-4F95-95A6-5C7F9201D279}" destId="{0EEEA951-6E18-4C63-9C2B-FDEE0FFDDF1E}" srcOrd="1" destOrd="0" presId="urn:microsoft.com/office/officeart/2005/8/layout/hierarchy1"/>
    <dgm:cxn modelId="{632E16E7-1A6C-4649-97BE-049DD82F9D1C}" type="presParOf" srcId="{5C4E1734-5B7D-4E33-974F-4755FE608853}" destId="{75485F78-8024-4554-A078-1D5867AD3CB3}" srcOrd="2" destOrd="0" presId="urn:microsoft.com/office/officeart/2005/8/layout/hierarchy1"/>
    <dgm:cxn modelId="{7873D2E7-8E89-4123-B2A7-C297D6A5FEA8}" type="presParOf" srcId="{75485F78-8024-4554-A078-1D5867AD3CB3}" destId="{3F15E514-703B-4FF0-847A-C206B4CBADA5}" srcOrd="0" destOrd="0" presId="urn:microsoft.com/office/officeart/2005/8/layout/hierarchy1"/>
    <dgm:cxn modelId="{22FFAF48-EBD0-4A62-9C13-5FDACA4907C8}" type="presParOf" srcId="{3F15E514-703B-4FF0-847A-C206B4CBADA5}" destId="{2C272DDA-5E74-4927-A070-8896DA1A880F}" srcOrd="0" destOrd="0" presId="urn:microsoft.com/office/officeart/2005/8/layout/hierarchy1"/>
    <dgm:cxn modelId="{4C383BCC-3CEF-4FD2-8B3E-C9FAA0A04DF4}" type="presParOf" srcId="{3F15E514-703B-4FF0-847A-C206B4CBADA5}" destId="{BA359C16-B5E9-4BE4-B059-300A7C7E95ED}" srcOrd="1" destOrd="0" presId="urn:microsoft.com/office/officeart/2005/8/layout/hierarchy1"/>
    <dgm:cxn modelId="{FFB585CD-0063-4241-808C-200325513296}" type="presParOf" srcId="{75485F78-8024-4554-A078-1D5867AD3CB3}" destId="{11DF6FCF-261D-4E9E-A210-618FEB91A243}" srcOrd="1" destOrd="0" presId="urn:microsoft.com/office/officeart/2005/8/layout/hierarchy1"/>
    <dgm:cxn modelId="{4CC8FCD0-9405-4968-ACA8-4A06CFF58530}" type="presParOf" srcId="{5C4E1734-5B7D-4E33-974F-4755FE608853}" destId="{9A47962B-DE23-4F5B-9897-B63E5C18F69B}" srcOrd="3" destOrd="0" presId="urn:microsoft.com/office/officeart/2005/8/layout/hierarchy1"/>
    <dgm:cxn modelId="{CBDDE43D-0E73-425B-B539-19DB78DA0CD8}" type="presParOf" srcId="{9A47962B-DE23-4F5B-9897-B63E5C18F69B}" destId="{EEBBD2A7-2D3E-4035-89CE-A8DE69F7064D}" srcOrd="0" destOrd="0" presId="urn:microsoft.com/office/officeart/2005/8/layout/hierarchy1"/>
    <dgm:cxn modelId="{AD18A150-73AB-4902-916E-B07DD1F2A2FE}" type="presParOf" srcId="{EEBBD2A7-2D3E-4035-89CE-A8DE69F7064D}" destId="{D86F7496-DC95-4AC9-917B-761592F3F63E}" srcOrd="0" destOrd="0" presId="urn:microsoft.com/office/officeart/2005/8/layout/hierarchy1"/>
    <dgm:cxn modelId="{38FC7FD0-09C8-4F65-88F1-F7896325FD92}" type="presParOf" srcId="{EEBBD2A7-2D3E-4035-89CE-A8DE69F7064D}" destId="{8B8A18E0-0E7C-4113-A366-8A6B5CB597E5}" srcOrd="1" destOrd="0" presId="urn:microsoft.com/office/officeart/2005/8/layout/hierarchy1"/>
    <dgm:cxn modelId="{C570C37C-32AB-4F26-9AA3-873318909497}" type="presParOf" srcId="{9A47962B-DE23-4F5B-9897-B63E5C18F69B}" destId="{837C91AA-920A-48EF-8F92-56CD9C49976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5A9E113-D673-44F8-8F5E-07D6E5E118A4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8C58C24-D9CF-4BDC-AC59-2212CF106567}">
      <dgm:prSet custT="1"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sz="1800" b="1" dirty="0"/>
            <a:t>Problem Statement – Project Details</a:t>
          </a:r>
        </a:p>
      </dgm:t>
    </dgm:pt>
    <dgm:pt modelId="{9D7E83AA-CF86-44EC-9045-22A6F86AAB00}" type="parTrans" cxnId="{8D2D8024-91C2-466F-BEE8-DFC997AADC69}">
      <dgm:prSet/>
      <dgm:spPr/>
      <dgm:t>
        <a:bodyPr/>
        <a:lstStyle/>
        <a:p>
          <a:endParaRPr lang="en-US" sz="1600"/>
        </a:p>
      </dgm:t>
    </dgm:pt>
    <dgm:pt modelId="{537C516D-8663-490C-BCC2-F407504F188A}" type="sibTrans" cxnId="{8D2D8024-91C2-466F-BEE8-DFC997AADC69}">
      <dgm:prSet/>
      <dgm:spPr/>
      <dgm:t>
        <a:bodyPr/>
        <a:lstStyle/>
        <a:p>
          <a:endParaRPr lang="en-US" sz="1600"/>
        </a:p>
      </dgm:t>
    </dgm:pt>
    <dgm:pt modelId="{0F549A7D-BB39-4CB7-BE31-3083E3A60508}">
      <dgm:prSet custT="1"/>
      <dgm:spPr/>
      <dgm:t>
        <a:bodyPr/>
        <a:lstStyle/>
        <a:p>
          <a:r>
            <a:rPr lang="en-US" sz="1600" b="0" dirty="0"/>
            <a:t>Getting to know the data</a:t>
          </a:r>
        </a:p>
      </dgm:t>
    </dgm:pt>
    <dgm:pt modelId="{B4445DB5-AD1D-4C02-B1B9-C2A9DB60F375}" type="parTrans" cxnId="{0620C954-241F-4493-8821-8F8EC6090099}">
      <dgm:prSet/>
      <dgm:spPr/>
      <dgm:t>
        <a:bodyPr/>
        <a:lstStyle/>
        <a:p>
          <a:endParaRPr lang="en-US" sz="1600"/>
        </a:p>
      </dgm:t>
    </dgm:pt>
    <dgm:pt modelId="{412967C6-6446-48A3-AD7F-7121E2D69341}" type="sibTrans" cxnId="{0620C954-241F-4493-8821-8F8EC6090099}">
      <dgm:prSet/>
      <dgm:spPr/>
      <dgm:t>
        <a:bodyPr/>
        <a:lstStyle/>
        <a:p>
          <a:endParaRPr lang="en-US" sz="1600"/>
        </a:p>
      </dgm:t>
    </dgm:pt>
    <dgm:pt modelId="{EB927DFE-9ACA-46DA-BFDD-3AD679ED5685}">
      <dgm:prSet custT="1"/>
      <dgm:spPr/>
      <dgm:t>
        <a:bodyPr/>
        <a:lstStyle/>
        <a:p>
          <a:r>
            <a:rPr lang="en-US" sz="1600" dirty="0"/>
            <a:t>Limitations and Improvements</a:t>
          </a:r>
        </a:p>
      </dgm:t>
    </dgm:pt>
    <dgm:pt modelId="{C41F5EA5-68F4-4157-B89C-545127CF300F}" type="parTrans" cxnId="{3A6AC288-7C88-410F-9A80-EC4A8290F10B}">
      <dgm:prSet/>
      <dgm:spPr/>
      <dgm:t>
        <a:bodyPr/>
        <a:lstStyle/>
        <a:p>
          <a:endParaRPr lang="en-US" sz="1600"/>
        </a:p>
      </dgm:t>
    </dgm:pt>
    <dgm:pt modelId="{A768AF3C-F946-4457-AAEE-611CC0D87D8D}" type="sibTrans" cxnId="{3A6AC288-7C88-410F-9A80-EC4A8290F10B}">
      <dgm:prSet/>
      <dgm:spPr/>
      <dgm:t>
        <a:bodyPr/>
        <a:lstStyle/>
        <a:p>
          <a:endParaRPr lang="en-US" sz="1600"/>
        </a:p>
      </dgm:t>
    </dgm:pt>
    <dgm:pt modelId="{5CA9E5B3-83CF-4CDE-A3B0-21203F1061C8}">
      <dgm:prSet custT="1"/>
      <dgm:spPr/>
      <dgm:t>
        <a:bodyPr/>
        <a:lstStyle/>
        <a:p>
          <a:r>
            <a:rPr lang="en-US" sz="1600" dirty="0"/>
            <a:t>Forecasting</a:t>
          </a:r>
        </a:p>
      </dgm:t>
    </dgm:pt>
    <dgm:pt modelId="{07849B4D-F39F-43E9-A0B2-AE6D93D078A5}" type="parTrans" cxnId="{9E6BD046-400C-4033-A3A8-FF19D2F28E98}">
      <dgm:prSet/>
      <dgm:spPr/>
      <dgm:t>
        <a:bodyPr/>
        <a:lstStyle/>
        <a:p>
          <a:endParaRPr lang="en-US"/>
        </a:p>
      </dgm:t>
    </dgm:pt>
    <dgm:pt modelId="{38D6178D-9011-4DD8-96BF-584C1364F329}" type="sibTrans" cxnId="{9E6BD046-400C-4033-A3A8-FF19D2F28E98}">
      <dgm:prSet/>
      <dgm:spPr/>
      <dgm:t>
        <a:bodyPr/>
        <a:lstStyle/>
        <a:p>
          <a:endParaRPr lang="en-US"/>
        </a:p>
      </dgm:t>
    </dgm:pt>
    <dgm:pt modelId="{5C4E1734-5B7D-4E33-974F-4755FE608853}" type="pres">
      <dgm:prSet presAssocID="{15A9E113-D673-44F8-8F5E-07D6E5E118A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4FB2645-FD17-4B37-9C08-E692430BE2D0}" type="pres">
      <dgm:prSet presAssocID="{08C58C24-D9CF-4BDC-AC59-2212CF106567}" presName="hierRoot1" presStyleCnt="0"/>
      <dgm:spPr/>
    </dgm:pt>
    <dgm:pt modelId="{F7AC7E5C-6001-46C7-902E-F476A738BF0E}" type="pres">
      <dgm:prSet presAssocID="{08C58C24-D9CF-4BDC-AC59-2212CF106567}" presName="composite" presStyleCnt="0"/>
      <dgm:spPr/>
    </dgm:pt>
    <dgm:pt modelId="{50D868BC-E968-4E20-9D96-AE128ABC6DDB}" type="pres">
      <dgm:prSet presAssocID="{08C58C24-D9CF-4BDC-AC59-2212CF106567}" presName="background" presStyleLbl="node0" presStyleIdx="0" presStyleCnt="4"/>
      <dgm:spPr/>
    </dgm:pt>
    <dgm:pt modelId="{BB91E1C0-FC9F-4896-AFC6-D071562C8717}" type="pres">
      <dgm:prSet presAssocID="{08C58C24-D9CF-4BDC-AC59-2212CF106567}" presName="text" presStyleLbl="fgAcc0" presStyleIdx="0" presStyleCnt="4">
        <dgm:presLayoutVars>
          <dgm:chPref val="3"/>
        </dgm:presLayoutVars>
      </dgm:prSet>
      <dgm:spPr/>
    </dgm:pt>
    <dgm:pt modelId="{9A83C6CC-6768-4628-A491-B14F61C72CBD}" type="pres">
      <dgm:prSet presAssocID="{08C58C24-D9CF-4BDC-AC59-2212CF106567}" presName="hierChild2" presStyleCnt="0"/>
      <dgm:spPr/>
    </dgm:pt>
    <dgm:pt modelId="{C8F3B297-756D-4F95-95A6-5C7F9201D279}" type="pres">
      <dgm:prSet presAssocID="{0F549A7D-BB39-4CB7-BE31-3083E3A60508}" presName="hierRoot1" presStyleCnt="0"/>
      <dgm:spPr/>
    </dgm:pt>
    <dgm:pt modelId="{932847F0-E4C7-404F-BCDF-CF5EC5E0481C}" type="pres">
      <dgm:prSet presAssocID="{0F549A7D-BB39-4CB7-BE31-3083E3A60508}" presName="composite" presStyleCnt="0"/>
      <dgm:spPr/>
    </dgm:pt>
    <dgm:pt modelId="{B37DF687-B1F1-4DC4-8E48-E91DDACD0766}" type="pres">
      <dgm:prSet presAssocID="{0F549A7D-BB39-4CB7-BE31-3083E3A60508}" presName="background" presStyleLbl="node0" presStyleIdx="1" presStyleCnt="4"/>
      <dgm:spPr/>
    </dgm:pt>
    <dgm:pt modelId="{058B0F17-E966-452A-9DF1-F0F710AFCE19}" type="pres">
      <dgm:prSet presAssocID="{0F549A7D-BB39-4CB7-BE31-3083E3A60508}" presName="text" presStyleLbl="fgAcc0" presStyleIdx="1" presStyleCnt="4">
        <dgm:presLayoutVars>
          <dgm:chPref val="3"/>
        </dgm:presLayoutVars>
      </dgm:prSet>
      <dgm:spPr/>
    </dgm:pt>
    <dgm:pt modelId="{0EEEA951-6E18-4C63-9C2B-FDEE0FFDDF1E}" type="pres">
      <dgm:prSet presAssocID="{0F549A7D-BB39-4CB7-BE31-3083E3A60508}" presName="hierChild2" presStyleCnt="0"/>
      <dgm:spPr/>
    </dgm:pt>
    <dgm:pt modelId="{75485F78-8024-4554-A078-1D5867AD3CB3}" type="pres">
      <dgm:prSet presAssocID="{5CA9E5B3-83CF-4CDE-A3B0-21203F1061C8}" presName="hierRoot1" presStyleCnt="0"/>
      <dgm:spPr/>
    </dgm:pt>
    <dgm:pt modelId="{3F15E514-703B-4FF0-847A-C206B4CBADA5}" type="pres">
      <dgm:prSet presAssocID="{5CA9E5B3-83CF-4CDE-A3B0-21203F1061C8}" presName="composite" presStyleCnt="0"/>
      <dgm:spPr/>
    </dgm:pt>
    <dgm:pt modelId="{2C272DDA-5E74-4927-A070-8896DA1A880F}" type="pres">
      <dgm:prSet presAssocID="{5CA9E5B3-83CF-4CDE-A3B0-21203F1061C8}" presName="background" presStyleLbl="node0" presStyleIdx="2" presStyleCnt="4"/>
      <dgm:spPr/>
    </dgm:pt>
    <dgm:pt modelId="{BA359C16-B5E9-4BE4-B059-300A7C7E95ED}" type="pres">
      <dgm:prSet presAssocID="{5CA9E5B3-83CF-4CDE-A3B0-21203F1061C8}" presName="text" presStyleLbl="fgAcc0" presStyleIdx="2" presStyleCnt="4">
        <dgm:presLayoutVars>
          <dgm:chPref val="3"/>
        </dgm:presLayoutVars>
      </dgm:prSet>
      <dgm:spPr/>
    </dgm:pt>
    <dgm:pt modelId="{11DF6FCF-261D-4E9E-A210-618FEB91A243}" type="pres">
      <dgm:prSet presAssocID="{5CA9E5B3-83CF-4CDE-A3B0-21203F1061C8}" presName="hierChild2" presStyleCnt="0"/>
      <dgm:spPr/>
    </dgm:pt>
    <dgm:pt modelId="{9A47962B-DE23-4F5B-9897-B63E5C18F69B}" type="pres">
      <dgm:prSet presAssocID="{EB927DFE-9ACA-46DA-BFDD-3AD679ED5685}" presName="hierRoot1" presStyleCnt="0"/>
      <dgm:spPr/>
    </dgm:pt>
    <dgm:pt modelId="{EEBBD2A7-2D3E-4035-89CE-A8DE69F7064D}" type="pres">
      <dgm:prSet presAssocID="{EB927DFE-9ACA-46DA-BFDD-3AD679ED5685}" presName="composite" presStyleCnt="0"/>
      <dgm:spPr/>
    </dgm:pt>
    <dgm:pt modelId="{D86F7496-DC95-4AC9-917B-761592F3F63E}" type="pres">
      <dgm:prSet presAssocID="{EB927DFE-9ACA-46DA-BFDD-3AD679ED5685}" presName="background" presStyleLbl="node0" presStyleIdx="3" presStyleCnt="4"/>
      <dgm:spPr/>
    </dgm:pt>
    <dgm:pt modelId="{8B8A18E0-0E7C-4113-A366-8A6B5CB597E5}" type="pres">
      <dgm:prSet presAssocID="{EB927DFE-9ACA-46DA-BFDD-3AD679ED5685}" presName="text" presStyleLbl="fgAcc0" presStyleIdx="3" presStyleCnt="4">
        <dgm:presLayoutVars>
          <dgm:chPref val="3"/>
        </dgm:presLayoutVars>
      </dgm:prSet>
      <dgm:spPr/>
    </dgm:pt>
    <dgm:pt modelId="{837C91AA-920A-48EF-8F92-56CD9C499762}" type="pres">
      <dgm:prSet presAssocID="{EB927DFE-9ACA-46DA-BFDD-3AD679ED5685}" presName="hierChild2" presStyleCnt="0"/>
      <dgm:spPr/>
    </dgm:pt>
  </dgm:ptLst>
  <dgm:cxnLst>
    <dgm:cxn modelId="{8D2D8024-91C2-466F-BEE8-DFC997AADC69}" srcId="{15A9E113-D673-44F8-8F5E-07D6E5E118A4}" destId="{08C58C24-D9CF-4BDC-AC59-2212CF106567}" srcOrd="0" destOrd="0" parTransId="{9D7E83AA-CF86-44EC-9045-22A6F86AAB00}" sibTransId="{537C516D-8663-490C-BCC2-F407504F188A}"/>
    <dgm:cxn modelId="{9E6BD046-400C-4033-A3A8-FF19D2F28E98}" srcId="{15A9E113-D673-44F8-8F5E-07D6E5E118A4}" destId="{5CA9E5B3-83CF-4CDE-A3B0-21203F1061C8}" srcOrd="2" destOrd="0" parTransId="{07849B4D-F39F-43E9-A0B2-AE6D93D078A5}" sibTransId="{38D6178D-9011-4DD8-96BF-584C1364F329}"/>
    <dgm:cxn modelId="{9323216A-7A7F-437E-8866-0509AB08C27A}" type="presOf" srcId="{5CA9E5B3-83CF-4CDE-A3B0-21203F1061C8}" destId="{BA359C16-B5E9-4BE4-B059-300A7C7E95ED}" srcOrd="0" destOrd="0" presId="urn:microsoft.com/office/officeart/2005/8/layout/hierarchy1"/>
    <dgm:cxn modelId="{8079926C-1CE8-455F-8825-CC0C561EAB12}" type="presOf" srcId="{08C58C24-D9CF-4BDC-AC59-2212CF106567}" destId="{BB91E1C0-FC9F-4896-AFC6-D071562C8717}" srcOrd="0" destOrd="0" presId="urn:microsoft.com/office/officeart/2005/8/layout/hierarchy1"/>
    <dgm:cxn modelId="{0620C954-241F-4493-8821-8F8EC6090099}" srcId="{15A9E113-D673-44F8-8F5E-07D6E5E118A4}" destId="{0F549A7D-BB39-4CB7-BE31-3083E3A60508}" srcOrd="1" destOrd="0" parTransId="{B4445DB5-AD1D-4C02-B1B9-C2A9DB60F375}" sibTransId="{412967C6-6446-48A3-AD7F-7121E2D69341}"/>
    <dgm:cxn modelId="{7206537D-1D03-412C-AB1B-1C0A77216002}" type="presOf" srcId="{15A9E113-D673-44F8-8F5E-07D6E5E118A4}" destId="{5C4E1734-5B7D-4E33-974F-4755FE608853}" srcOrd="0" destOrd="0" presId="urn:microsoft.com/office/officeart/2005/8/layout/hierarchy1"/>
    <dgm:cxn modelId="{3A6AC288-7C88-410F-9A80-EC4A8290F10B}" srcId="{15A9E113-D673-44F8-8F5E-07D6E5E118A4}" destId="{EB927DFE-9ACA-46DA-BFDD-3AD679ED5685}" srcOrd="3" destOrd="0" parTransId="{C41F5EA5-68F4-4157-B89C-545127CF300F}" sibTransId="{A768AF3C-F946-4457-AAEE-611CC0D87D8D}"/>
    <dgm:cxn modelId="{D21892A8-3361-428E-86C5-B7C604CC7230}" type="presOf" srcId="{EB927DFE-9ACA-46DA-BFDD-3AD679ED5685}" destId="{8B8A18E0-0E7C-4113-A366-8A6B5CB597E5}" srcOrd="0" destOrd="0" presId="urn:microsoft.com/office/officeart/2005/8/layout/hierarchy1"/>
    <dgm:cxn modelId="{95BEADCE-C32E-4F4D-BCCB-9DFF2E4512B8}" type="presOf" srcId="{0F549A7D-BB39-4CB7-BE31-3083E3A60508}" destId="{058B0F17-E966-452A-9DF1-F0F710AFCE19}" srcOrd="0" destOrd="0" presId="urn:microsoft.com/office/officeart/2005/8/layout/hierarchy1"/>
    <dgm:cxn modelId="{DFB02256-1CDC-42C6-A291-286314798E2B}" type="presParOf" srcId="{5C4E1734-5B7D-4E33-974F-4755FE608853}" destId="{84FB2645-FD17-4B37-9C08-E692430BE2D0}" srcOrd="0" destOrd="0" presId="urn:microsoft.com/office/officeart/2005/8/layout/hierarchy1"/>
    <dgm:cxn modelId="{C8E1DC9D-DBCB-436B-9E61-01D88C0AD652}" type="presParOf" srcId="{84FB2645-FD17-4B37-9C08-E692430BE2D0}" destId="{F7AC7E5C-6001-46C7-902E-F476A738BF0E}" srcOrd="0" destOrd="0" presId="urn:microsoft.com/office/officeart/2005/8/layout/hierarchy1"/>
    <dgm:cxn modelId="{171901A2-24F0-4F6C-87E8-BFA0F7CE3D44}" type="presParOf" srcId="{F7AC7E5C-6001-46C7-902E-F476A738BF0E}" destId="{50D868BC-E968-4E20-9D96-AE128ABC6DDB}" srcOrd="0" destOrd="0" presId="urn:microsoft.com/office/officeart/2005/8/layout/hierarchy1"/>
    <dgm:cxn modelId="{747FDBDE-5464-4BDF-913A-092D09BD5A8C}" type="presParOf" srcId="{F7AC7E5C-6001-46C7-902E-F476A738BF0E}" destId="{BB91E1C0-FC9F-4896-AFC6-D071562C8717}" srcOrd="1" destOrd="0" presId="urn:microsoft.com/office/officeart/2005/8/layout/hierarchy1"/>
    <dgm:cxn modelId="{AD9E2A11-B28E-4834-B68A-702429CA329A}" type="presParOf" srcId="{84FB2645-FD17-4B37-9C08-E692430BE2D0}" destId="{9A83C6CC-6768-4628-A491-B14F61C72CBD}" srcOrd="1" destOrd="0" presId="urn:microsoft.com/office/officeart/2005/8/layout/hierarchy1"/>
    <dgm:cxn modelId="{269FB00E-F394-41B9-9B1E-0D870E4D7728}" type="presParOf" srcId="{5C4E1734-5B7D-4E33-974F-4755FE608853}" destId="{C8F3B297-756D-4F95-95A6-5C7F9201D279}" srcOrd="1" destOrd="0" presId="urn:microsoft.com/office/officeart/2005/8/layout/hierarchy1"/>
    <dgm:cxn modelId="{B8C4081C-D05F-4355-9937-D8DBFA8E1649}" type="presParOf" srcId="{C8F3B297-756D-4F95-95A6-5C7F9201D279}" destId="{932847F0-E4C7-404F-BCDF-CF5EC5E0481C}" srcOrd="0" destOrd="0" presId="urn:microsoft.com/office/officeart/2005/8/layout/hierarchy1"/>
    <dgm:cxn modelId="{E8C9D02F-C00C-4ADB-901E-70EFC3DD2FCB}" type="presParOf" srcId="{932847F0-E4C7-404F-BCDF-CF5EC5E0481C}" destId="{B37DF687-B1F1-4DC4-8E48-E91DDACD0766}" srcOrd="0" destOrd="0" presId="urn:microsoft.com/office/officeart/2005/8/layout/hierarchy1"/>
    <dgm:cxn modelId="{656E8F3F-2F45-4388-BD9F-01A22A425CD7}" type="presParOf" srcId="{932847F0-E4C7-404F-BCDF-CF5EC5E0481C}" destId="{058B0F17-E966-452A-9DF1-F0F710AFCE19}" srcOrd="1" destOrd="0" presId="urn:microsoft.com/office/officeart/2005/8/layout/hierarchy1"/>
    <dgm:cxn modelId="{3D19EA77-5427-450D-BAD8-721A688A33D6}" type="presParOf" srcId="{C8F3B297-756D-4F95-95A6-5C7F9201D279}" destId="{0EEEA951-6E18-4C63-9C2B-FDEE0FFDDF1E}" srcOrd="1" destOrd="0" presId="urn:microsoft.com/office/officeart/2005/8/layout/hierarchy1"/>
    <dgm:cxn modelId="{632E16E7-1A6C-4649-97BE-049DD82F9D1C}" type="presParOf" srcId="{5C4E1734-5B7D-4E33-974F-4755FE608853}" destId="{75485F78-8024-4554-A078-1D5867AD3CB3}" srcOrd="2" destOrd="0" presId="urn:microsoft.com/office/officeart/2005/8/layout/hierarchy1"/>
    <dgm:cxn modelId="{7873D2E7-8E89-4123-B2A7-C297D6A5FEA8}" type="presParOf" srcId="{75485F78-8024-4554-A078-1D5867AD3CB3}" destId="{3F15E514-703B-4FF0-847A-C206B4CBADA5}" srcOrd="0" destOrd="0" presId="urn:microsoft.com/office/officeart/2005/8/layout/hierarchy1"/>
    <dgm:cxn modelId="{22FFAF48-EBD0-4A62-9C13-5FDACA4907C8}" type="presParOf" srcId="{3F15E514-703B-4FF0-847A-C206B4CBADA5}" destId="{2C272DDA-5E74-4927-A070-8896DA1A880F}" srcOrd="0" destOrd="0" presId="urn:microsoft.com/office/officeart/2005/8/layout/hierarchy1"/>
    <dgm:cxn modelId="{4C383BCC-3CEF-4FD2-8B3E-C9FAA0A04DF4}" type="presParOf" srcId="{3F15E514-703B-4FF0-847A-C206B4CBADA5}" destId="{BA359C16-B5E9-4BE4-B059-300A7C7E95ED}" srcOrd="1" destOrd="0" presId="urn:microsoft.com/office/officeart/2005/8/layout/hierarchy1"/>
    <dgm:cxn modelId="{FFB585CD-0063-4241-808C-200325513296}" type="presParOf" srcId="{75485F78-8024-4554-A078-1D5867AD3CB3}" destId="{11DF6FCF-261D-4E9E-A210-618FEB91A243}" srcOrd="1" destOrd="0" presId="urn:microsoft.com/office/officeart/2005/8/layout/hierarchy1"/>
    <dgm:cxn modelId="{4CC8FCD0-9405-4968-ACA8-4A06CFF58530}" type="presParOf" srcId="{5C4E1734-5B7D-4E33-974F-4755FE608853}" destId="{9A47962B-DE23-4F5B-9897-B63E5C18F69B}" srcOrd="3" destOrd="0" presId="urn:microsoft.com/office/officeart/2005/8/layout/hierarchy1"/>
    <dgm:cxn modelId="{CBDDE43D-0E73-425B-B539-19DB78DA0CD8}" type="presParOf" srcId="{9A47962B-DE23-4F5B-9897-B63E5C18F69B}" destId="{EEBBD2A7-2D3E-4035-89CE-A8DE69F7064D}" srcOrd="0" destOrd="0" presId="urn:microsoft.com/office/officeart/2005/8/layout/hierarchy1"/>
    <dgm:cxn modelId="{AD18A150-73AB-4902-916E-B07DD1F2A2FE}" type="presParOf" srcId="{EEBBD2A7-2D3E-4035-89CE-A8DE69F7064D}" destId="{D86F7496-DC95-4AC9-917B-761592F3F63E}" srcOrd="0" destOrd="0" presId="urn:microsoft.com/office/officeart/2005/8/layout/hierarchy1"/>
    <dgm:cxn modelId="{38FC7FD0-09C8-4F65-88F1-F7896325FD92}" type="presParOf" srcId="{EEBBD2A7-2D3E-4035-89CE-A8DE69F7064D}" destId="{8B8A18E0-0E7C-4113-A366-8A6B5CB597E5}" srcOrd="1" destOrd="0" presId="urn:microsoft.com/office/officeart/2005/8/layout/hierarchy1"/>
    <dgm:cxn modelId="{C570C37C-32AB-4F26-9AA3-873318909497}" type="presParOf" srcId="{9A47962B-DE23-4F5B-9897-B63E5C18F69B}" destId="{837C91AA-920A-48EF-8F92-56CD9C49976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5A9E113-D673-44F8-8F5E-07D6E5E118A4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8C58C24-D9CF-4BDC-AC59-2212CF106567}">
      <dgm:prSet custT="1"/>
      <dgm:spPr/>
      <dgm:t>
        <a:bodyPr/>
        <a:lstStyle/>
        <a:p>
          <a:r>
            <a:rPr lang="en-US" sz="1600" dirty="0"/>
            <a:t>Problem Statement – Project Details</a:t>
          </a:r>
        </a:p>
      </dgm:t>
    </dgm:pt>
    <dgm:pt modelId="{9D7E83AA-CF86-44EC-9045-22A6F86AAB00}" type="parTrans" cxnId="{8D2D8024-91C2-466F-BEE8-DFC997AADC69}">
      <dgm:prSet/>
      <dgm:spPr/>
      <dgm:t>
        <a:bodyPr/>
        <a:lstStyle/>
        <a:p>
          <a:endParaRPr lang="en-US" sz="1600"/>
        </a:p>
      </dgm:t>
    </dgm:pt>
    <dgm:pt modelId="{537C516D-8663-490C-BCC2-F407504F188A}" type="sibTrans" cxnId="{8D2D8024-91C2-466F-BEE8-DFC997AADC69}">
      <dgm:prSet/>
      <dgm:spPr/>
      <dgm:t>
        <a:bodyPr/>
        <a:lstStyle/>
        <a:p>
          <a:endParaRPr lang="en-US" sz="1600"/>
        </a:p>
      </dgm:t>
    </dgm:pt>
    <dgm:pt modelId="{0F549A7D-BB39-4CB7-BE31-3083E3A60508}">
      <dgm:prSet custT="1"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sz="1800" b="1" dirty="0"/>
            <a:t>Getting to know the data</a:t>
          </a:r>
        </a:p>
      </dgm:t>
    </dgm:pt>
    <dgm:pt modelId="{B4445DB5-AD1D-4C02-B1B9-C2A9DB60F375}" type="parTrans" cxnId="{0620C954-241F-4493-8821-8F8EC6090099}">
      <dgm:prSet/>
      <dgm:spPr/>
      <dgm:t>
        <a:bodyPr/>
        <a:lstStyle/>
        <a:p>
          <a:endParaRPr lang="en-US" sz="1600"/>
        </a:p>
      </dgm:t>
    </dgm:pt>
    <dgm:pt modelId="{412967C6-6446-48A3-AD7F-7121E2D69341}" type="sibTrans" cxnId="{0620C954-241F-4493-8821-8F8EC6090099}">
      <dgm:prSet/>
      <dgm:spPr/>
      <dgm:t>
        <a:bodyPr/>
        <a:lstStyle/>
        <a:p>
          <a:endParaRPr lang="en-US" sz="1600"/>
        </a:p>
      </dgm:t>
    </dgm:pt>
    <dgm:pt modelId="{EB927DFE-9ACA-46DA-BFDD-3AD679ED5685}">
      <dgm:prSet custT="1"/>
      <dgm:spPr/>
      <dgm:t>
        <a:bodyPr/>
        <a:lstStyle/>
        <a:p>
          <a:r>
            <a:rPr lang="en-US" sz="1600" dirty="0"/>
            <a:t>Limitations and Improvements</a:t>
          </a:r>
        </a:p>
      </dgm:t>
    </dgm:pt>
    <dgm:pt modelId="{C41F5EA5-68F4-4157-B89C-545127CF300F}" type="parTrans" cxnId="{3A6AC288-7C88-410F-9A80-EC4A8290F10B}">
      <dgm:prSet/>
      <dgm:spPr/>
      <dgm:t>
        <a:bodyPr/>
        <a:lstStyle/>
        <a:p>
          <a:endParaRPr lang="en-US" sz="1600"/>
        </a:p>
      </dgm:t>
    </dgm:pt>
    <dgm:pt modelId="{A768AF3C-F946-4457-AAEE-611CC0D87D8D}" type="sibTrans" cxnId="{3A6AC288-7C88-410F-9A80-EC4A8290F10B}">
      <dgm:prSet/>
      <dgm:spPr/>
      <dgm:t>
        <a:bodyPr/>
        <a:lstStyle/>
        <a:p>
          <a:endParaRPr lang="en-US" sz="1600"/>
        </a:p>
      </dgm:t>
    </dgm:pt>
    <dgm:pt modelId="{5CA9E5B3-83CF-4CDE-A3B0-21203F1061C8}">
      <dgm:prSet custT="1"/>
      <dgm:spPr/>
      <dgm:t>
        <a:bodyPr/>
        <a:lstStyle/>
        <a:p>
          <a:r>
            <a:rPr lang="en-US" sz="1600"/>
            <a:t>Forecasting</a:t>
          </a:r>
          <a:endParaRPr lang="en-US" sz="1600" dirty="0"/>
        </a:p>
      </dgm:t>
    </dgm:pt>
    <dgm:pt modelId="{07849B4D-F39F-43E9-A0B2-AE6D93D078A5}" type="parTrans" cxnId="{9E6BD046-400C-4033-A3A8-FF19D2F28E98}">
      <dgm:prSet/>
      <dgm:spPr/>
      <dgm:t>
        <a:bodyPr/>
        <a:lstStyle/>
        <a:p>
          <a:endParaRPr lang="en-US"/>
        </a:p>
      </dgm:t>
    </dgm:pt>
    <dgm:pt modelId="{38D6178D-9011-4DD8-96BF-584C1364F329}" type="sibTrans" cxnId="{9E6BD046-400C-4033-A3A8-FF19D2F28E98}">
      <dgm:prSet/>
      <dgm:spPr/>
      <dgm:t>
        <a:bodyPr/>
        <a:lstStyle/>
        <a:p>
          <a:endParaRPr lang="en-US"/>
        </a:p>
      </dgm:t>
    </dgm:pt>
    <dgm:pt modelId="{5C4E1734-5B7D-4E33-974F-4755FE608853}" type="pres">
      <dgm:prSet presAssocID="{15A9E113-D673-44F8-8F5E-07D6E5E118A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4FB2645-FD17-4B37-9C08-E692430BE2D0}" type="pres">
      <dgm:prSet presAssocID="{08C58C24-D9CF-4BDC-AC59-2212CF106567}" presName="hierRoot1" presStyleCnt="0"/>
      <dgm:spPr/>
    </dgm:pt>
    <dgm:pt modelId="{F7AC7E5C-6001-46C7-902E-F476A738BF0E}" type="pres">
      <dgm:prSet presAssocID="{08C58C24-D9CF-4BDC-AC59-2212CF106567}" presName="composite" presStyleCnt="0"/>
      <dgm:spPr/>
    </dgm:pt>
    <dgm:pt modelId="{50D868BC-E968-4E20-9D96-AE128ABC6DDB}" type="pres">
      <dgm:prSet presAssocID="{08C58C24-D9CF-4BDC-AC59-2212CF106567}" presName="background" presStyleLbl="node0" presStyleIdx="0" presStyleCnt="4"/>
      <dgm:spPr/>
    </dgm:pt>
    <dgm:pt modelId="{BB91E1C0-FC9F-4896-AFC6-D071562C8717}" type="pres">
      <dgm:prSet presAssocID="{08C58C24-D9CF-4BDC-AC59-2212CF106567}" presName="text" presStyleLbl="fgAcc0" presStyleIdx="0" presStyleCnt="4">
        <dgm:presLayoutVars>
          <dgm:chPref val="3"/>
        </dgm:presLayoutVars>
      </dgm:prSet>
      <dgm:spPr/>
    </dgm:pt>
    <dgm:pt modelId="{9A83C6CC-6768-4628-A491-B14F61C72CBD}" type="pres">
      <dgm:prSet presAssocID="{08C58C24-D9CF-4BDC-AC59-2212CF106567}" presName="hierChild2" presStyleCnt="0"/>
      <dgm:spPr/>
    </dgm:pt>
    <dgm:pt modelId="{C8F3B297-756D-4F95-95A6-5C7F9201D279}" type="pres">
      <dgm:prSet presAssocID="{0F549A7D-BB39-4CB7-BE31-3083E3A60508}" presName="hierRoot1" presStyleCnt="0"/>
      <dgm:spPr/>
    </dgm:pt>
    <dgm:pt modelId="{932847F0-E4C7-404F-BCDF-CF5EC5E0481C}" type="pres">
      <dgm:prSet presAssocID="{0F549A7D-BB39-4CB7-BE31-3083E3A60508}" presName="composite" presStyleCnt="0"/>
      <dgm:spPr/>
    </dgm:pt>
    <dgm:pt modelId="{B37DF687-B1F1-4DC4-8E48-E91DDACD0766}" type="pres">
      <dgm:prSet presAssocID="{0F549A7D-BB39-4CB7-BE31-3083E3A60508}" presName="background" presStyleLbl="node0" presStyleIdx="1" presStyleCnt="4"/>
      <dgm:spPr/>
    </dgm:pt>
    <dgm:pt modelId="{058B0F17-E966-452A-9DF1-F0F710AFCE19}" type="pres">
      <dgm:prSet presAssocID="{0F549A7D-BB39-4CB7-BE31-3083E3A60508}" presName="text" presStyleLbl="fgAcc0" presStyleIdx="1" presStyleCnt="4">
        <dgm:presLayoutVars>
          <dgm:chPref val="3"/>
        </dgm:presLayoutVars>
      </dgm:prSet>
      <dgm:spPr/>
    </dgm:pt>
    <dgm:pt modelId="{0EEEA951-6E18-4C63-9C2B-FDEE0FFDDF1E}" type="pres">
      <dgm:prSet presAssocID="{0F549A7D-BB39-4CB7-BE31-3083E3A60508}" presName="hierChild2" presStyleCnt="0"/>
      <dgm:spPr/>
    </dgm:pt>
    <dgm:pt modelId="{75485F78-8024-4554-A078-1D5867AD3CB3}" type="pres">
      <dgm:prSet presAssocID="{5CA9E5B3-83CF-4CDE-A3B0-21203F1061C8}" presName="hierRoot1" presStyleCnt="0"/>
      <dgm:spPr/>
    </dgm:pt>
    <dgm:pt modelId="{3F15E514-703B-4FF0-847A-C206B4CBADA5}" type="pres">
      <dgm:prSet presAssocID="{5CA9E5B3-83CF-4CDE-A3B0-21203F1061C8}" presName="composite" presStyleCnt="0"/>
      <dgm:spPr/>
    </dgm:pt>
    <dgm:pt modelId="{2C272DDA-5E74-4927-A070-8896DA1A880F}" type="pres">
      <dgm:prSet presAssocID="{5CA9E5B3-83CF-4CDE-A3B0-21203F1061C8}" presName="background" presStyleLbl="node0" presStyleIdx="2" presStyleCnt="4"/>
      <dgm:spPr/>
    </dgm:pt>
    <dgm:pt modelId="{BA359C16-B5E9-4BE4-B059-300A7C7E95ED}" type="pres">
      <dgm:prSet presAssocID="{5CA9E5B3-83CF-4CDE-A3B0-21203F1061C8}" presName="text" presStyleLbl="fgAcc0" presStyleIdx="2" presStyleCnt="4">
        <dgm:presLayoutVars>
          <dgm:chPref val="3"/>
        </dgm:presLayoutVars>
      </dgm:prSet>
      <dgm:spPr/>
    </dgm:pt>
    <dgm:pt modelId="{11DF6FCF-261D-4E9E-A210-618FEB91A243}" type="pres">
      <dgm:prSet presAssocID="{5CA9E5B3-83CF-4CDE-A3B0-21203F1061C8}" presName="hierChild2" presStyleCnt="0"/>
      <dgm:spPr/>
    </dgm:pt>
    <dgm:pt modelId="{9A47962B-DE23-4F5B-9897-B63E5C18F69B}" type="pres">
      <dgm:prSet presAssocID="{EB927DFE-9ACA-46DA-BFDD-3AD679ED5685}" presName="hierRoot1" presStyleCnt="0"/>
      <dgm:spPr/>
    </dgm:pt>
    <dgm:pt modelId="{EEBBD2A7-2D3E-4035-89CE-A8DE69F7064D}" type="pres">
      <dgm:prSet presAssocID="{EB927DFE-9ACA-46DA-BFDD-3AD679ED5685}" presName="composite" presStyleCnt="0"/>
      <dgm:spPr/>
    </dgm:pt>
    <dgm:pt modelId="{D86F7496-DC95-4AC9-917B-761592F3F63E}" type="pres">
      <dgm:prSet presAssocID="{EB927DFE-9ACA-46DA-BFDD-3AD679ED5685}" presName="background" presStyleLbl="node0" presStyleIdx="3" presStyleCnt="4"/>
      <dgm:spPr/>
    </dgm:pt>
    <dgm:pt modelId="{8B8A18E0-0E7C-4113-A366-8A6B5CB597E5}" type="pres">
      <dgm:prSet presAssocID="{EB927DFE-9ACA-46DA-BFDD-3AD679ED5685}" presName="text" presStyleLbl="fgAcc0" presStyleIdx="3" presStyleCnt="4">
        <dgm:presLayoutVars>
          <dgm:chPref val="3"/>
        </dgm:presLayoutVars>
      </dgm:prSet>
      <dgm:spPr/>
    </dgm:pt>
    <dgm:pt modelId="{837C91AA-920A-48EF-8F92-56CD9C499762}" type="pres">
      <dgm:prSet presAssocID="{EB927DFE-9ACA-46DA-BFDD-3AD679ED5685}" presName="hierChild2" presStyleCnt="0"/>
      <dgm:spPr/>
    </dgm:pt>
  </dgm:ptLst>
  <dgm:cxnLst>
    <dgm:cxn modelId="{8D2D8024-91C2-466F-BEE8-DFC997AADC69}" srcId="{15A9E113-D673-44F8-8F5E-07D6E5E118A4}" destId="{08C58C24-D9CF-4BDC-AC59-2212CF106567}" srcOrd="0" destOrd="0" parTransId="{9D7E83AA-CF86-44EC-9045-22A6F86AAB00}" sibTransId="{537C516D-8663-490C-BCC2-F407504F188A}"/>
    <dgm:cxn modelId="{9E6BD046-400C-4033-A3A8-FF19D2F28E98}" srcId="{15A9E113-D673-44F8-8F5E-07D6E5E118A4}" destId="{5CA9E5B3-83CF-4CDE-A3B0-21203F1061C8}" srcOrd="2" destOrd="0" parTransId="{07849B4D-F39F-43E9-A0B2-AE6D93D078A5}" sibTransId="{38D6178D-9011-4DD8-96BF-584C1364F329}"/>
    <dgm:cxn modelId="{9323216A-7A7F-437E-8866-0509AB08C27A}" type="presOf" srcId="{5CA9E5B3-83CF-4CDE-A3B0-21203F1061C8}" destId="{BA359C16-B5E9-4BE4-B059-300A7C7E95ED}" srcOrd="0" destOrd="0" presId="urn:microsoft.com/office/officeart/2005/8/layout/hierarchy1"/>
    <dgm:cxn modelId="{8079926C-1CE8-455F-8825-CC0C561EAB12}" type="presOf" srcId="{08C58C24-D9CF-4BDC-AC59-2212CF106567}" destId="{BB91E1C0-FC9F-4896-AFC6-D071562C8717}" srcOrd="0" destOrd="0" presId="urn:microsoft.com/office/officeart/2005/8/layout/hierarchy1"/>
    <dgm:cxn modelId="{0620C954-241F-4493-8821-8F8EC6090099}" srcId="{15A9E113-D673-44F8-8F5E-07D6E5E118A4}" destId="{0F549A7D-BB39-4CB7-BE31-3083E3A60508}" srcOrd="1" destOrd="0" parTransId="{B4445DB5-AD1D-4C02-B1B9-C2A9DB60F375}" sibTransId="{412967C6-6446-48A3-AD7F-7121E2D69341}"/>
    <dgm:cxn modelId="{7206537D-1D03-412C-AB1B-1C0A77216002}" type="presOf" srcId="{15A9E113-D673-44F8-8F5E-07D6E5E118A4}" destId="{5C4E1734-5B7D-4E33-974F-4755FE608853}" srcOrd="0" destOrd="0" presId="urn:microsoft.com/office/officeart/2005/8/layout/hierarchy1"/>
    <dgm:cxn modelId="{3A6AC288-7C88-410F-9A80-EC4A8290F10B}" srcId="{15A9E113-D673-44F8-8F5E-07D6E5E118A4}" destId="{EB927DFE-9ACA-46DA-BFDD-3AD679ED5685}" srcOrd="3" destOrd="0" parTransId="{C41F5EA5-68F4-4157-B89C-545127CF300F}" sibTransId="{A768AF3C-F946-4457-AAEE-611CC0D87D8D}"/>
    <dgm:cxn modelId="{D21892A8-3361-428E-86C5-B7C604CC7230}" type="presOf" srcId="{EB927DFE-9ACA-46DA-BFDD-3AD679ED5685}" destId="{8B8A18E0-0E7C-4113-A366-8A6B5CB597E5}" srcOrd="0" destOrd="0" presId="urn:microsoft.com/office/officeart/2005/8/layout/hierarchy1"/>
    <dgm:cxn modelId="{95BEADCE-C32E-4F4D-BCCB-9DFF2E4512B8}" type="presOf" srcId="{0F549A7D-BB39-4CB7-BE31-3083E3A60508}" destId="{058B0F17-E966-452A-9DF1-F0F710AFCE19}" srcOrd="0" destOrd="0" presId="urn:microsoft.com/office/officeart/2005/8/layout/hierarchy1"/>
    <dgm:cxn modelId="{DFB02256-1CDC-42C6-A291-286314798E2B}" type="presParOf" srcId="{5C4E1734-5B7D-4E33-974F-4755FE608853}" destId="{84FB2645-FD17-4B37-9C08-E692430BE2D0}" srcOrd="0" destOrd="0" presId="urn:microsoft.com/office/officeart/2005/8/layout/hierarchy1"/>
    <dgm:cxn modelId="{C8E1DC9D-DBCB-436B-9E61-01D88C0AD652}" type="presParOf" srcId="{84FB2645-FD17-4B37-9C08-E692430BE2D0}" destId="{F7AC7E5C-6001-46C7-902E-F476A738BF0E}" srcOrd="0" destOrd="0" presId="urn:microsoft.com/office/officeart/2005/8/layout/hierarchy1"/>
    <dgm:cxn modelId="{171901A2-24F0-4F6C-87E8-BFA0F7CE3D44}" type="presParOf" srcId="{F7AC7E5C-6001-46C7-902E-F476A738BF0E}" destId="{50D868BC-E968-4E20-9D96-AE128ABC6DDB}" srcOrd="0" destOrd="0" presId="urn:microsoft.com/office/officeart/2005/8/layout/hierarchy1"/>
    <dgm:cxn modelId="{747FDBDE-5464-4BDF-913A-092D09BD5A8C}" type="presParOf" srcId="{F7AC7E5C-6001-46C7-902E-F476A738BF0E}" destId="{BB91E1C0-FC9F-4896-AFC6-D071562C8717}" srcOrd="1" destOrd="0" presId="urn:microsoft.com/office/officeart/2005/8/layout/hierarchy1"/>
    <dgm:cxn modelId="{AD9E2A11-B28E-4834-B68A-702429CA329A}" type="presParOf" srcId="{84FB2645-FD17-4B37-9C08-E692430BE2D0}" destId="{9A83C6CC-6768-4628-A491-B14F61C72CBD}" srcOrd="1" destOrd="0" presId="urn:microsoft.com/office/officeart/2005/8/layout/hierarchy1"/>
    <dgm:cxn modelId="{269FB00E-F394-41B9-9B1E-0D870E4D7728}" type="presParOf" srcId="{5C4E1734-5B7D-4E33-974F-4755FE608853}" destId="{C8F3B297-756D-4F95-95A6-5C7F9201D279}" srcOrd="1" destOrd="0" presId="urn:microsoft.com/office/officeart/2005/8/layout/hierarchy1"/>
    <dgm:cxn modelId="{B8C4081C-D05F-4355-9937-D8DBFA8E1649}" type="presParOf" srcId="{C8F3B297-756D-4F95-95A6-5C7F9201D279}" destId="{932847F0-E4C7-404F-BCDF-CF5EC5E0481C}" srcOrd="0" destOrd="0" presId="urn:microsoft.com/office/officeart/2005/8/layout/hierarchy1"/>
    <dgm:cxn modelId="{E8C9D02F-C00C-4ADB-901E-70EFC3DD2FCB}" type="presParOf" srcId="{932847F0-E4C7-404F-BCDF-CF5EC5E0481C}" destId="{B37DF687-B1F1-4DC4-8E48-E91DDACD0766}" srcOrd="0" destOrd="0" presId="urn:microsoft.com/office/officeart/2005/8/layout/hierarchy1"/>
    <dgm:cxn modelId="{656E8F3F-2F45-4388-BD9F-01A22A425CD7}" type="presParOf" srcId="{932847F0-E4C7-404F-BCDF-CF5EC5E0481C}" destId="{058B0F17-E966-452A-9DF1-F0F710AFCE19}" srcOrd="1" destOrd="0" presId="urn:microsoft.com/office/officeart/2005/8/layout/hierarchy1"/>
    <dgm:cxn modelId="{3D19EA77-5427-450D-BAD8-721A688A33D6}" type="presParOf" srcId="{C8F3B297-756D-4F95-95A6-5C7F9201D279}" destId="{0EEEA951-6E18-4C63-9C2B-FDEE0FFDDF1E}" srcOrd="1" destOrd="0" presId="urn:microsoft.com/office/officeart/2005/8/layout/hierarchy1"/>
    <dgm:cxn modelId="{632E16E7-1A6C-4649-97BE-049DD82F9D1C}" type="presParOf" srcId="{5C4E1734-5B7D-4E33-974F-4755FE608853}" destId="{75485F78-8024-4554-A078-1D5867AD3CB3}" srcOrd="2" destOrd="0" presId="urn:microsoft.com/office/officeart/2005/8/layout/hierarchy1"/>
    <dgm:cxn modelId="{7873D2E7-8E89-4123-B2A7-C297D6A5FEA8}" type="presParOf" srcId="{75485F78-8024-4554-A078-1D5867AD3CB3}" destId="{3F15E514-703B-4FF0-847A-C206B4CBADA5}" srcOrd="0" destOrd="0" presId="urn:microsoft.com/office/officeart/2005/8/layout/hierarchy1"/>
    <dgm:cxn modelId="{22FFAF48-EBD0-4A62-9C13-5FDACA4907C8}" type="presParOf" srcId="{3F15E514-703B-4FF0-847A-C206B4CBADA5}" destId="{2C272DDA-5E74-4927-A070-8896DA1A880F}" srcOrd="0" destOrd="0" presId="urn:microsoft.com/office/officeart/2005/8/layout/hierarchy1"/>
    <dgm:cxn modelId="{4C383BCC-3CEF-4FD2-8B3E-C9FAA0A04DF4}" type="presParOf" srcId="{3F15E514-703B-4FF0-847A-C206B4CBADA5}" destId="{BA359C16-B5E9-4BE4-B059-300A7C7E95ED}" srcOrd="1" destOrd="0" presId="urn:microsoft.com/office/officeart/2005/8/layout/hierarchy1"/>
    <dgm:cxn modelId="{FFB585CD-0063-4241-808C-200325513296}" type="presParOf" srcId="{75485F78-8024-4554-A078-1D5867AD3CB3}" destId="{11DF6FCF-261D-4E9E-A210-618FEB91A243}" srcOrd="1" destOrd="0" presId="urn:microsoft.com/office/officeart/2005/8/layout/hierarchy1"/>
    <dgm:cxn modelId="{4CC8FCD0-9405-4968-ACA8-4A06CFF58530}" type="presParOf" srcId="{5C4E1734-5B7D-4E33-974F-4755FE608853}" destId="{9A47962B-DE23-4F5B-9897-B63E5C18F69B}" srcOrd="3" destOrd="0" presId="urn:microsoft.com/office/officeart/2005/8/layout/hierarchy1"/>
    <dgm:cxn modelId="{CBDDE43D-0E73-425B-B539-19DB78DA0CD8}" type="presParOf" srcId="{9A47962B-DE23-4F5B-9897-B63E5C18F69B}" destId="{EEBBD2A7-2D3E-4035-89CE-A8DE69F7064D}" srcOrd="0" destOrd="0" presId="urn:microsoft.com/office/officeart/2005/8/layout/hierarchy1"/>
    <dgm:cxn modelId="{AD18A150-73AB-4902-916E-B07DD1F2A2FE}" type="presParOf" srcId="{EEBBD2A7-2D3E-4035-89CE-A8DE69F7064D}" destId="{D86F7496-DC95-4AC9-917B-761592F3F63E}" srcOrd="0" destOrd="0" presId="urn:microsoft.com/office/officeart/2005/8/layout/hierarchy1"/>
    <dgm:cxn modelId="{38FC7FD0-09C8-4F65-88F1-F7896325FD92}" type="presParOf" srcId="{EEBBD2A7-2D3E-4035-89CE-A8DE69F7064D}" destId="{8B8A18E0-0E7C-4113-A366-8A6B5CB597E5}" srcOrd="1" destOrd="0" presId="urn:microsoft.com/office/officeart/2005/8/layout/hierarchy1"/>
    <dgm:cxn modelId="{C570C37C-32AB-4F26-9AA3-873318909497}" type="presParOf" srcId="{9A47962B-DE23-4F5B-9897-B63E5C18F69B}" destId="{837C91AA-920A-48EF-8F92-56CD9C49976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5A9E113-D673-44F8-8F5E-07D6E5E118A4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8C58C24-D9CF-4BDC-AC59-2212CF106567}">
      <dgm:prSet custT="1"/>
      <dgm:spPr/>
      <dgm:t>
        <a:bodyPr/>
        <a:lstStyle/>
        <a:p>
          <a:r>
            <a:rPr lang="en-US" sz="1600" dirty="0"/>
            <a:t>Problem Statement – Project Details</a:t>
          </a:r>
        </a:p>
      </dgm:t>
    </dgm:pt>
    <dgm:pt modelId="{9D7E83AA-CF86-44EC-9045-22A6F86AAB00}" type="parTrans" cxnId="{8D2D8024-91C2-466F-BEE8-DFC997AADC69}">
      <dgm:prSet/>
      <dgm:spPr/>
      <dgm:t>
        <a:bodyPr/>
        <a:lstStyle/>
        <a:p>
          <a:endParaRPr lang="en-US" sz="1600"/>
        </a:p>
      </dgm:t>
    </dgm:pt>
    <dgm:pt modelId="{537C516D-8663-490C-BCC2-F407504F188A}" type="sibTrans" cxnId="{8D2D8024-91C2-466F-BEE8-DFC997AADC69}">
      <dgm:prSet/>
      <dgm:spPr/>
      <dgm:t>
        <a:bodyPr/>
        <a:lstStyle/>
        <a:p>
          <a:endParaRPr lang="en-US" sz="1600"/>
        </a:p>
      </dgm:t>
    </dgm:pt>
    <dgm:pt modelId="{0F549A7D-BB39-4CB7-BE31-3083E3A60508}">
      <dgm:prSet custT="1"/>
      <dgm:spPr/>
      <dgm:t>
        <a:bodyPr/>
        <a:lstStyle/>
        <a:p>
          <a:r>
            <a:rPr lang="en-US" sz="1600" b="0" dirty="0"/>
            <a:t>Getting to know the data</a:t>
          </a:r>
        </a:p>
      </dgm:t>
    </dgm:pt>
    <dgm:pt modelId="{B4445DB5-AD1D-4C02-B1B9-C2A9DB60F375}" type="parTrans" cxnId="{0620C954-241F-4493-8821-8F8EC6090099}">
      <dgm:prSet/>
      <dgm:spPr/>
      <dgm:t>
        <a:bodyPr/>
        <a:lstStyle/>
        <a:p>
          <a:endParaRPr lang="en-US" sz="1600"/>
        </a:p>
      </dgm:t>
    </dgm:pt>
    <dgm:pt modelId="{412967C6-6446-48A3-AD7F-7121E2D69341}" type="sibTrans" cxnId="{0620C954-241F-4493-8821-8F8EC6090099}">
      <dgm:prSet/>
      <dgm:spPr/>
      <dgm:t>
        <a:bodyPr/>
        <a:lstStyle/>
        <a:p>
          <a:endParaRPr lang="en-US" sz="1600"/>
        </a:p>
      </dgm:t>
    </dgm:pt>
    <dgm:pt modelId="{EB927DFE-9ACA-46DA-BFDD-3AD679ED5685}">
      <dgm:prSet custT="1"/>
      <dgm:spPr/>
      <dgm:t>
        <a:bodyPr/>
        <a:lstStyle/>
        <a:p>
          <a:r>
            <a:rPr lang="en-US" sz="1600" dirty="0"/>
            <a:t>Limitations and Improvements</a:t>
          </a:r>
        </a:p>
      </dgm:t>
    </dgm:pt>
    <dgm:pt modelId="{C41F5EA5-68F4-4157-B89C-545127CF300F}" type="parTrans" cxnId="{3A6AC288-7C88-410F-9A80-EC4A8290F10B}">
      <dgm:prSet/>
      <dgm:spPr/>
      <dgm:t>
        <a:bodyPr/>
        <a:lstStyle/>
        <a:p>
          <a:endParaRPr lang="en-US" sz="1600"/>
        </a:p>
      </dgm:t>
    </dgm:pt>
    <dgm:pt modelId="{A768AF3C-F946-4457-AAEE-611CC0D87D8D}" type="sibTrans" cxnId="{3A6AC288-7C88-410F-9A80-EC4A8290F10B}">
      <dgm:prSet/>
      <dgm:spPr/>
      <dgm:t>
        <a:bodyPr/>
        <a:lstStyle/>
        <a:p>
          <a:endParaRPr lang="en-US" sz="1600"/>
        </a:p>
      </dgm:t>
    </dgm:pt>
    <dgm:pt modelId="{5CA9E5B3-83CF-4CDE-A3B0-21203F1061C8}">
      <dgm:prSet custT="1"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sz="1800" b="1" dirty="0"/>
            <a:t>Forecasting</a:t>
          </a:r>
        </a:p>
      </dgm:t>
    </dgm:pt>
    <dgm:pt modelId="{07849B4D-F39F-43E9-A0B2-AE6D93D078A5}" type="parTrans" cxnId="{9E6BD046-400C-4033-A3A8-FF19D2F28E98}">
      <dgm:prSet/>
      <dgm:spPr/>
      <dgm:t>
        <a:bodyPr/>
        <a:lstStyle/>
        <a:p>
          <a:endParaRPr lang="en-US"/>
        </a:p>
      </dgm:t>
    </dgm:pt>
    <dgm:pt modelId="{38D6178D-9011-4DD8-96BF-584C1364F329}" type="sibTrans" cxnId="{9E6BD046-400C-4033-A3A8-FF19D2F28E98}">
      <dgm:prSet/>
      <dgm:spPr/>
      <dgm:t>
        <a:bodyPr/>
        <a:lstStyle/>
        <a:p>
          <a:endParaRPr lang="en-US"/>
        </a:p>
      </dgm:t>
    </dgm:pt>
    <dgm:pt modelId="{5C4E1734-5B7D-4E33-974F-4755FE608853}" type="pres">
      <dgm:prSet presAssocID="{15A9E113-D673-44F8-8F5E-07D6E5E118A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4FB2645-FD17-4B37-9C08-E692430BE2D0}" type="pres">
      <dgm:prSet presAssocID="{08C58C24-D9CF-4BDC-AC59-2212CF106567}" presName="hierRoot1" presStyleCnt="0"/>
      <dgm:spPr/>
    </dgm:pt>
    <dgm:pt modelId="{F7AC7E5C-6001-46C7-902E-F476A738BF0E}" type="pres">
      <dgm:prSet presAssocID="{08C58C24-D9CF-4BDC-AC59-2212CF106567}" presName="composite" presStyleCnt="0"/>
      <dgm:spPr/>
    </dgm:pt>
    <dgm:pt modelId="{50D868BC-E968-4E20-9D96-AE128ABC6DDB}" type="pres">
      <dgm:prSet presAssocID="{08C58C24-D9CF-4BDC-AC59-2212CF106567}" presName="background" presStyleLbl="node0" presStyleIdx="0" presStyleCnt="4"/>
      <dgm:spPr/>
    </dgm:pt>
    <dgm:pt modelId="{BB91E1C0-FC9F-4896-AFC6-D071562C8717}" type="pres">
      <dgm:prSet presAssocID="{08C58C24-D9CF-4BDC-AC59-2212CF106567}" presName="text" presStyleLbl="fgAcc0" presStyleIdx="0" presStyleCnt="4">
        <dgm:presLayoutVars>
          <dgm:chPref val="3"/>
        </dgm:presLayoutVars>
      </dgm:prSet>
      <dgm:spPr/>
    </dgm:pt>
    <dgm:pt modelId="{9A83C6CC-6768-4628-A491-B14F61C72CBD}" type="pres">
      <dgm:prSet presAssocID="{08C58C24-D9CF-4BDC-AC59-2212CF106567}" presName="hierChild2" presStyleCnt="0"/>
      <dgm:spPr/>
    </dgm:pt>
    <dgm:pt modelId="{C8F3B297-756D-4F95-95A6-5C7F9201D279}" type="pres">
      <dgm:prSet presAssocID="{0F549A7D-BB39-4CB7-BE31-3083E3A60508}" presName="hierRoot1" presStyleCnt="0"/>
      <dgm:spPr/>
    </dgm:pt>
    <dgm:pt modelId="{932847F0-E4C7-404F-BCDF-CF5EC5E0481C}" type="pres">
      <dgm:prSet presAssocID="{0F549A7D-BB39-4CB7-BE31-3083E3A60508}" presName="composite" presStyleCnt="0"/>
      <dgm:spPr/>
    </dgm:pt>
    <dgm:pt modelId="{B37DF687-B1F1-4DC4-8E48-E91DDACD0766}" type="pres">
      <dgm:prSet presAssocID="{0F549A7D-BB39-4CB7-BE31-3083E3A60508}" presName="background" presStyleLbl="node0" presStyleIdx="1" presStyleCnt="4"/>
      <dgm:spPr/>
    </dgm:pt>
    <dgm:pt modelId="{058B0F17-E966-452A-9DF1-F0F710AFCE19}" type="pres">
      <dgm:prSet presAssocID="{0F549A7D-BB39-4CB7-BE31-3083E3A60508}" presName="text" presStyleLbl="fgAcc0" presStyleIdx="1" presStyleCnt="4">
        <dgm:presLayoutVars>
          <dgm:chPref val="3"/>
        </dgm:presLayoutVars>
      </dgm:prSet>
      <dgm:spPr/>
    </dgm:pt>
    <dgm:pt modelId="{0EEEA951-6E18-4C63-9C2B-FDEE0FFDDF1E}" type="pres">
      <dgm:prSet presAssocID="{0F549A7D-BB39-4CB7-BE31-3083E3A60508}" presName="hierChild2" presStyleCnt="0"/>
      <dgm:spPr/>
    </dgm:pt>
    <dgm:pt modelId="{75485F78-8024-4554-A078-1D5867AD3CB3}" type="pres">
      <dgm:prSet presAssocID="{5CA9E5B3-83CF-4CDE-A3B0-21203F1061C8}" presName="hierRoot1" presStyleCnt="0"/>
      <dgm:spPr/>
    </dgm:pt>
    <dgm:pt modelId="{3F15E514-703B-4FF0-847A-C206B4CBADA5}" type="pres">
      <dgm:prSet presAssocID="{5CA9E5B3-83CF-4CDE-A3B0-21203F1061C8}" presName="composite" presStyleCnt="0"/>
      <dgm:spPr/>
    </dgm:pt>
    <dgm:pt modelId="{2C272DDA-5E74-4927-A070-8896DA1A880F}" type="pres">
      <dgm:prSet presAssocID="{5CA9E5B3-83CF-4CDE-A3B0-21203F1061C8}" presName="background" presStyleLbl="node0" presStyleIdx="2" presStyleCnt="4"/>
      <dgm:spPr/>
    </dgm:pt>
    <dgm:pt modelId="{BA359C16-B5E9-4BE4-B059-300A7C7E95ED}" type="pres">
      <dgm:prSet presAssocID="{5CA9E5B3-83CF-4CDE-A3B0-21203F1061C8}" presName="text" presStyleLbl="fgAcc0" presStyleIdx="2" presStyleCnt="4">
        <dgm:presLayoutVars>
          <dgm:chPref val="3"/>
        </dgm:presLayoutVars>
      </dgm:prSet>
      <dgm:spPr/>
    </dgm:pt>
    <dgm:pt modelId="{11DF6FCF-261D-4E9E-A210-618FEB91A243}" type="pres">
      <dgm:prSet presAssocID="{5CA9E5B3-83CF-4CDE-A3B0-21203F1061C8}" presName="hierChild2" presStyleCnt="0"/>
      <dgm:spPr/>
    </dgm:pt>
    <dgm:pt modelId="{9A47962B-DE23-4F5B-9897-B63E5C18F69B}" type="pres">
      <dgm:prSet presAssocID="{EB927DFE-9ACA-46DA-BFDD-3AD679ED5685}" presName="hierRoot1" presStyleCnt="0"/>
      <dgm:spPr/>
    </dgm:pt>
    <dgm:pt modelId="{EEBBD2A7-2D3E-4035-89CE-A8DE69F7064D}" type="pres">
      <dgm:prSet presAssocID="{EB927DFE-9ACA-46DA-BFDD-3AD679ED5685}" presName="composite" presStyleCnt="0"/>
      <dgm:spPr/>
    </dgm:pt>
    <dgm:pt modelId="{D86F7496-DC95-4AC9-917B-761592F3F63E}" type="pres">
      <dgm:prSet presAssocID="{EB927DFE-9ACA-46DA-BFDD-3AD679ED5685}" presName="background" presStyleLbl="node0" presStyleIdx="3" presStyleCnt="4"/>
      <dgm:spPr/>
    </dgm:pt>
    <dgm:pt modelId="{8B8A18E0-0E7C-4113-A366-8A6B5CB597E5}" type="pres">
      <dgm:prSet presAssocID="{EB927DFE-9ACA-46DA-BFDD-3AD679ED5685}" presName="text" presStyleLbl="fgAcc0" presStyleIdx="3" presStyleCnt="4">
        <dgm:presLayoutVars>
          <dgm:chPref val="3"/>
        </dgm:presLayoutVars>
      </dgm:prSet>
      <dgm:spPr/>
    </dgm:pt>
    <dgm:pt modelId="{837C91AA-920A-48EF-8F92-56CD9C499762}" type="pres">
      <dgm:prSet presAssocID="{EB927DFE-9ACA-46DA-BFDD-3AD679ED5685}" presName="hierChild2" presStyleCnt="0"/>
      <dgm:spPr/>
    </dgm:pt>
  </dgm:ptLst>
  <dgm:cxnLst>
    <dgm:cxn modelId="{8D2D8024-91C2-466F-BEE8-DFC997AADC69}" srcId="{15A9E113-D673-44F8-8F5E-07D6E5E118A4}" destId="{08C58C24-D9CF-4BDC-AC59-2212CF106567}" srcOrd="0" destOrd="0" parTransId="{9D7E83AA-CF86-44EC-9045-22A6F86AAB00}" sibTransId="{537C516D-8663-490C-BCC2-F407504F188A}"/>
    <dgm:cxn modelId="{9E6BD046-400C-4033-A3A8-FF19D2F28E98}" srcId="{15A9E113-D673-44F8-8F5E-07D6E5E118A4}" destId="{5CA9E5B3-83CF-4CDE-A3B0-21203F1061C8}" srcOrd="2" destOrd="0" parTransId="{07849B4D-F39F-43E9-A0B2-AE6D93D078A5}" sibTransId="{38D6178D-9011-4DD8-96BF-584C1364F329}"/>
    <dgm:cxn modelId="{9323216A-7A7F-437E-8866-0509AB08C27A}" type="presOf" srcId="{5CA9E5B3-83CF-4CDE-A3B0-21203F1061C8}" destId="{BA359C16-B5E9-4BE4-B059-300A7C7E95ED}" srcOrd="0" destOrd="0" presId="urn:microsoft.com/office/officeart/2005/8/layout/hierarchy1"/>
    <dgm:cxn modelId="{8079926C-1CE8-455F-8825-CC0C561EAB12}" type="presOf" srcId="{08C58C24-D9CF-4BDC-AC59-2212CF106567}" destId="{BB91E1C0-FC9F-4896-AFC6-D071562C8717}" srcOrd="0" destOrd="0" presId="urn:microsoft.com/office/officeart/2005/8/layout/hierarchy1"/>
    <dgm:cxn modelId="{0620C954-241F-4493-8821-8F8EC6090099}" srcId="{15A9E113-D673-44F8-8F5E-07D6E5E118A4}" destId="{0F549A7D-BB39-4CB7-BE31-3083E3A60508}" srcOrd="1" destOrd="0" parTransId="{B4445DB5-AD1D-4C02-B1B9-C2A9DB60F375}" sibTransId="{412967C6-6446-48A3-AD7F-7121E2D69341}"/>
    <dgm:cxn modelId="{7206537D-1D03-412C-AB1B-1C0A77216002}" type="presOf" srcId="{15A9E113-D673-44F8-8F5E-07D6E5E118A4}" destId="{5C4E1734-5B7D-4E33-974F-4755FE608853}" srcOrd="0" destOrd="0" presId="urn:microsoft.com/office/officeart/2005/8/layout/hierarchy1"/>
    <dgm:cxn modelId="{3A6AC288-7C88-410F-9A80-EC4A8290F10B}" srcId="{15A9E113-D673-44F8-8F5E-07D6E5E118A4}" destId="{EB927DFE-9ACA-46DA-BFDD-3AD679ED5685}" srcOrd="3" destOrd="0" parTransId="{C41F5EA5-68F4-4157-B89C-545127CF300F}" sibTransId="{A768AF3C-F946-4457-AAEE-611CC0D87D8D}"/>
    <dgm:cxn modelId="{D21892A8-3361-428E-86C5-B7C604CC7230}" type="presOf" srcId="{EB927DFE-9ACA-46DA-BFDD-3AD679ED5685}" destId="{8B8A18E0-0E7C-4113-A366-8A6B5CB597E5}" srcOrd="0" destOrd="0" presId="urn:microsoft.com/office/officeart/2005/8/layout/hierarchy1"/>
    <dgm:cxn modelId="{95BEADCE-C32E-4F4D-BCCB-9DFF2E4512B8}" type="presOf" srcId="{0F549A7D-BB39-4CB7-BE31-3083E3A60508}" destId="{058B0F17-E966-452A-9DF1-F0F710AFCE19}" srcOrd="0" destOrd="0" presId="urn:microsoft.com/office/officeart/2005/8/layout/hierarchy1"/>
    <dgm:cxn modelId="{DFB02256-1CDC-42C6-A291-286314798E2B}" type="presParOf" srcId="{5C4E1734-5B7D-4E33-974F-4755FE608853}" destId="{84FB2645-FD17-4B37-9C08-E692430BE2D0}" srcOrd="0" destOrd="0" presId="urn:microsoft.com/office/officeart/2005/8/layout/hierarchy1"/>
    <dgm:cxn modelId="{C8E1DC9D-DBCB-436B-9E61-01D88C0AD652}" type="presParOf" srcId="{84FB2645-FD17-4B37-9C08-E692430BE2D0}" destId="{F7AC7E5C-6001-46C7-902E-F476A738BF0E}" srcOrd="0" destOrd="0" presId="urn:microsoft.com/office/officeart/2005/8/layout/hierarchy1"/>
    <dgm:cxn modelId="{171901A2-24F0-4F6C-87E8-BFA0F7CE3D44}" type="presParOf" srcId="{F7AC7E5C-6001-46C7-902E-F476A738BF0E}" destId="{50D868BC-E968-4E20-9D96-AE128ABC6DDB}" srcOrd="0" destOrd="0" presId="urn:microsoft.com/office/officeart/2005/8/layout/hierarchy1"/>
    <dgm:cxn modelId="{747FDBDE-5464-4BDF-913A-092D09BD5A8C}" type="presParOf" srcId="{F7AC7E5C-6001-46C7-902E-F476A738BF0E}" destId="{BB91E1C0-FC9F-4896-AFC6-D071562C8717}" srcOrd="1" destOrd="0" presId="urn:microsoft.com/office/officeart/2005/8/layout/hierarchy1"/>
    <dgm:cxn modelId="{AD9E2A11-B28E-4834-B68A-702429CA329A}" type="presParOf" srcId="{84FB2645-FD17-4B37-9C08-E692430BE2D0}" destId="{9A83C6CC-6768-4628-A491-B14F61C72CBD}" srcOrd="1" destOrd="0" presId="urn:microsoft.com/office/officeart/2005/8/layout/hierarchy1"/>
    <dgm:cxn modelId="{269FB00E-F394-41B9-9B1E-0D870E4D7728}" type="presParOf" srcId="{5C4E1734-5B7D-4E33-974F-4755FE608853}" destId="{C8F3B297-756D-4F95-95A6-5C7F9201D279}" srcOrd="1" destOrd="0" presId="urn:microsoft.com/office/officeart/2005/8/layout/hierarchy1"/>
    <dgm:cxn modelId="{B8C4081C-D05F-4355-9937-D8DBFA8E1649}" type="presParOf" srcId="{C8F3B297-756D-4F95-95A6-5C7F9201D279}" destId="{932847F0-E4C7-404F-BCDF-CF5EC5E0481C}" srcOrd="0" destOrd="0" presId="urn:microsoft.com/office/officeart/2005/8/layout/hierarchy1"/>
    <dgm:cxn modelId="{E8C9D02F-C00C-4ADB-901E-70EFC3DD2FCB}" type="presParOf" srcId="{932847F0-E4C7-404F-BCDF-CF5EC5E0481C}" destId="{B37DF687-B1F1-4DC4-8E48-E91DDACD0766}" srcOrd="0" destOrd="0" presId="urn:microsoft.com/office/officeart/2005/8/layout/hierarchy1"/>
    <dgm:cxn modelId="{656E8F3F-2F45-4388-BD9F-01A22A425CD7}" type="presParOf" srcId="{932847F0-E4C7-404F-BCDF-CF5EC5E0481C}" destId="{058B0F17-E966-452A-9DF1-F0F710AFCE19}" srcOrd="1" destOrd="0" presId="urn:microsoft.com/office/officeart/2005/8/layout/hierarchy1"/>
    <dgm:cxn modelId="{3D19EA77-5427-450D-BAD8-721A688A33D6}" type="presParOf" srcId="{C8F3B297-756D-4F95-95A6-5C7F9201D279}" destId="{0EEEA951-6E18-4C63-9C2B-FDEE0FFDDF1E}" srcOrd="1" destOrd="0" presId="urn:microsoft.com/office/officeart/2005/8/layout/hierarchy1"/>
    <dgm:cxn modelId="{632E16E7-1A6C-4649-97BE-049DD82F9D1C}" type="presParOf" srcId="{5C4E1734-5B7D-4E33-974F-4755FE608853}" destId="{75485F78-8024-4554-A078-1D5867AD3CB3}" srcOrd="2" destOrd="0" presId="urn:microsoft.com/office/officeart/2005/8/layout/hierarchy1"/>
    <dgm:cxn modelId="{7873D2E7-8E89-4123-B2A7-C297D6A5FEA8}" type="presParOf" srcId="{75485F78-8024-4554-A078-1D5867AD3CB3}" destId="{3F15E514-703B-4FF0-847A-C206B4CBADA5}" srcOrd="0" destOrd="0" presId="urn:microsoft.com/office/officeart/2005/8/layout/hierarchy1"/>
    <dgm:cxn modelId="{22FFAF48-EBD0-4A62-9C13-5FDACA4907C8}" type="presParOf" srcId="{3F15E514-703B-4FF0-847A-C206B4CBADA5}" destId="{2C272DDA-5E74-4927-A070-8896DA1A880F}" srcOrd="0" destOrd="0" presId="urn:microsoft.com/office/officeart/2005/8/layout/hierarchy1"/>
    <dgm:cxn modelId="{4C383BCC-3CEF-4FD2-8B3E-C9FAA0A04DF4}" type="presParOf" srcId="{3F15E514-703B-4FF0-847A-C206B4CBADA5}" destId="{BA359C16-B5E9-4BE4-B059-300A7C7E95ED}" srcOrd="1" destOrd="0" presId="urn:microsoft.com/office/officeart/2005/8/layout/hierarchy1"/>
    <dgm:cxn modelId="{FFB585CD-0063-4241-808C-200325513296}" type="presParOf" srcId="{75485F78-8024-4554-A078-1D5867AD3CB3}" destId="{11DF6FCF-261D-4E9E-A210-618FEB91A243}" srcOrd="1" destOrd="0" presId="urn:microsoft.com/office/officeart/2005/8/layout/hierarchy1"/>
    <dgm:cxn modelId="{4CC8FCD0-9405-4968-ACA8-4A06CFF58530}" type="presParOf" srcId="{5C4E1734-5B7D-4E33-974F-4755FE608853}" destId="{9A47962B-DE23-4F5B-9897-B63E5C18F69B}" srcOrd="3" destOrd="0" presId="urn:microsoft.com/office/officeart/2005/8/layout/hierarchy1"/>
    <dgm:cxn modelId="{CBDDE43D-0E73-425B-B539-19DB78DA0CD8}" type="presParOf" srcId="{9A47962B-DE23-4F5B-9897-B63E5C18F69B}" destId="{EEBBD2A7-2D3E-4035-89CE-A8DE69F7064D}" srcOrd="0" destOrd="0" presId="urn:microsoft.com/office/officeart/2005/8/layout/hierarchy1"/>
    <dgm:cxn modelId="{AD18A150-73AB-4902-916E-B07DD1F2A2FE}" type="presParOf" srcId="{EEBBD2A7-2D3E-4035-89CE-A8DE69F7064D}" destId="{D86F7496-DC95-4AC9-917B-761592F3F63E}" srcOrd="0" destOrd="0" presId="urn:microsoft.com/office/officeart/2005/8/layout/hierarchy1"/>
    <dgm:cxn modelId="{38FC7FD0-09C8-4F65-88F1-F7896325FD92}" type="presParOf" srcId="{EEBBD2A7-2D3E-4035-89CE-A8DE69F7064D}" destId="{8B8A18E0-0E7C-4113-A366-8A6B5CB597E5}" srcOrd="1" destOrd="0" presId="urn:microsoft.com/office/officeart/2005/8/layout/hierarchy1"/>
    <dgm:cxn modelId="{C570C37C-32AB-4F26-9AA3-873318909497}" type="presParOf" srcId="{9A47962B-DE23-4F5B-9897-B63E5C18F69B}" destId="{837C91AA-920A-48EF-8F92-56CD9C49976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5A9E113-D673-44F8-8F5E-07D6E5E118A4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8C58C24-D9CF-4BDC-AC59-2212CF106567}">
      <dgm:prSet custT="1"/>
      <dgm:spPr/>
      <dgm:t>
        <a:bodyPr/>
        <a:lstStyle/>
        <a:p>
          <a:r>
            <a:rPr lang="en-US" sz="1600" dirty="0"/>
            <a:t>Problem Statement – Project Details</a:t>
          </a:r>
        </a:p>
      </dgm:t>
    </dgm:pt>
    <dgm:pt modelId="{9D7E83AA-CF86-44EC-9045-22A6F86AAB00}" type="parTrans" cxnId="{8D2D8024-91C2-466F-BEE8-DFC997AADC69}">
      <dgm:prSet/>
      <dgm:spPr/>
      <dgm:t>
        <a:bodyPr/>
        <a:lstStyle/>
        <a:p>
          <a:endParaRPr lang="en-US" sz="1600"/>
        </a:p>
      </dgm:t>
    </dgm:pt>
    <dgm:pt modelId="{537C516D-8663-490C-BCC2-F407504F188A}" type="sibTrans" cxnId="{8D2D8024-91C2-466F-BEE8-DFC997AADC69}">
      <dgm:prSet/>
      <dgm:spPr/>
      <dgm:t>
        <a:bodyPr/>
        <a:lstStyle/>
        <a:p>
          <a:endParaRPr lang="en-US" sz="1600"/>
        </a:p>
      </dgm:t>
    </dgm:pt>
    <dgm:pt modelId="{0F549A7D-BB39-4CB7-BE31-3083E3A60508}">
      <dgm:prSet custT="1"/>
      <dgm:spPr/>
      <dgm:t>
        <a:bodyPr/>
        <a:lstStyle/>
        <a:p>
          <a:r>
            <a:rPr lang="en-US" sz="1600" b="0" dirty="0"/>
            <a:t>Getting to know the data</a:t>
          </a:r>
        </a:p>
      </dgm:t>
    </dgm:pt>
    <dgm:pt modelId="{B4445DB5-AD1D-4C02-B1B9-C2A9DB60F375}" type="parTrans" cxnId="{0620C954-241F-4493-8821-8F8EC6090099}">
      <dgm:prSet/>
      <dgm:spPr/>
      <dgm:t>
        <a:bodyPr/>
        <a:lstStyle/>
        <a:p>
          <a:endParaRPr lang="en-US" sz="1600"/>
        </a:p>
      </dgm:t>
    </dgm:pt>
    <dgm:pt modelId="{412967C6-6446-48A3-AD7F-7121E2D69341}" type="sibTrans" cxnId="{0620C954-241F-4493-8821-8F8EC6090099}">
      <dgm:prSet/>
      <dgm:spPr/>
      <dgm:t>
        <a:bodyPr/>
        <a:lstStyle/>
        <a:p>
          <a:endParaRPr lang="en-US" sz="1600"/>
        </a:p>
      </dgm:t>
    </dgm:pt>
    <dgm:pt modelId="{EB927DFE-9ACA-46DA-BFDD-3AD679ED5685}">
      <dgm:prSet custT="1"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sz="1800" b="1" dirty="0"/>
            <a:t>Limitations and Improvements</a:t>
          </a:r>
        </a:p>
      </dgm:t>
    </dgm:pt>
    <dgm:pt modelId="{C41F5EA5-68F4-4157-B89C-545127CF300F}" type="parTrans" cxnId="{3A6AC288-7C88-410F-9A80-EC4A8290F10B}">
      <dgm:prSet/>
      <dgm:spPr/>
      <dgm:t>
        <a:bodyPr/>
        <a:lstStyle/>
        <a:p>
          <a:endParaRPr lang="en-US" sz="1600"/>
        </a:p>
      </dgm:t>
    </dgm:pt>
    <dgm:pt modelId="{A768AF3C-F946-4457-AAEE-611CC0D87D8D}" type="sibTrans" cxnId="{3A6AC288-7C88-410F-9A80-EC4A8290F10B}">
      <dgm:prSet/>
      <dgm:spPr/>
      <dgm:t>
        <a:bodyPr/>
        <a:lstStyle/>
        <a:p>
          <a:endParaRPr lang="en-US" sz="1600"/>
        </a:p>
      </dgm:t>
    </dgm:pt>
    <dgm:pt modelId="{5CA9E5B3-83CF-4CDE-A3B0-21203F1061C8}">
      <dgm:prSet custT="1"/>
      <dgm:spPr/>
      <dgm:t>
        <a:bodyPr/>
        <a:lstStyle/>
        <a:p>
          <a:r>
            <a:rPr lang="en-US" sz="1600" dirty="0"/>
            <a:t>Forecasting</a:t>
          </a:r>
        </a:p>
      </dgm:t>
    </dgm:pt>
    <dgm:pt modelId="{07849B4D-F39F-43E9-A0B2-AE6D93D078A5}" type="parTrans" cxnId="{9E6BD046-400C-4033-A3A8-FF19D2F28E98}">
      <dgm:prSet/>
      <dgm:spPr/>
      <dgm:t>
        <a:bodyPr/>
        <a:lstStyle/>
        <a:p>
          <a:endParaRPr lang="en-US"/>
        </a:p>
      </dgm:t>
    </dgm:pt>
    <dgm:pt modelId="{38D6178D-9011-4DD8-96BF-584C1364F329}" type="sibTrans" cxnId="{9E6BD046-400C-4033-A3A8-FF19D2F28E98}">
      <dgm:prSet/>
      <dgm:spPr/>
      <dgm:t>
        <a:bodyPr/>
        <a:lstStyle/>
        <a:p>
          <a:endParaRPr lang="en-US"/>
        </a:p>
      </dgm:t>
    </dgm:pt>
    <dgm:pt modelId="{5C4E1734-5B7D-4E33-974F-4755FE608853}" type="pres">
      <dgm:prSet presAssocID="{15A9E113-D673-44F8-8F5E-07D6E5E118A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4FB2645-FD17-4B37-9C08-E692430BE2D0}" type="pres">
      <dgm:prSet presAssocID="{08C58C24-D9CF-4BDC-AC59-2212CF106567}" presName="hierRoot1" presStyleCnt="0"/>
      <dgm:spPr/>
    </dgm:pt>
    <dgm:pt modelId="{F7AC7E5C-6001-46C7-902E-F476A738BF0E}" type="pres">
      <dgm:prSet presAssocID="{08C58C24-D9CF-4BDC-AC59-2212CF106567}" presName="composite" presStyleCnt="0"/>
      <dgm:spPr/>
    </dgm:pt>
    <dgm:pt modelId="{50D868BC-E968-4E20-9D96-AE128ABC6DDB}" type="pres">
      <dgm:prSet presAssocID="{08C58C24-D9CF-4BDC-AC59-2212CF106567}" presName="background" presStyleLbl="node0" presStyleIdx="0" presStyleCnt="4"/>
      <dgm:spPr/>
    </dgm:pt>
    <dgm:pt modelId="{BB91E1C0-FC9F-4896-AFC6-D071562C8717}" type="pres">
      <dgm:prSet presAssocID="{08C58C24-D9CF-4BDC-AC59-2212CF106567}" presName="text" presStyleLbl="fgAcc0" presStyleIdx="0" presStyleCnt="4">
        <dgm:presLayoutVars>
          <dgm:chPref val="3"/>
        </dgm:presLayoutVars>
      </dgm:prSet>
      <dgm:spPr/>
    </dgm:pt>
    <dgm:pt modelId="{9A83C6CC-6768-4628-A491-B14F61C72CBD}" type="pres">
      <dgm:prSet presAssocID="{08C58C24-D9CF-4BDC-AC59-2212CF106567}" presName="hierChild2" presStyleCnt="0"/>
      <dgm:spPr/>
    </dgm:pt>
    <dgm:pt modelId="{C8F3B297-756D-4F95-95A6-5C7F9201D279}" type="pres">
      <dgm:prSet presAssocID="{0F549A7D-BB39-4CB7-BE31-3083E3A60508}" presName="hierRoot1" presStyleCnt="0"/>
      <dgm:spPr/>
    </dgm:pt>
    <dgm:pt modelId="{932847F0-E4C7-404F-BCDF-CF5EC5E0481C}" type="pres">
      <dgm:prSet presAssocID="{0F549A7D-BB39-4CB7-BE31-3083E3A60508}" presName="composite" presStyleCnt="0"/>
      <dgm:spPr/>
    </dgm:pt>
    <dgm:pt modelId="{B37DF687-B1F1-4DC4-8E48-E91DDACD0766}" type="pres">
      <dgm:prSet presAssocID="{0F549A7D-BB39-4CB7-BE31-3083E3A60508}" presName="background" presStyleLbl="node0" presStyleIdx="1" presStyleCnt="4"/>
      <dgm:spPr/>
    </dgm:pt>
    <dgm:pt modelId="{058B0F17-E966-452A-9DF1-F0F710AFCE19}" type="pres">
      <dgm:prSet presAssocID="{0F549A7D-BB39-4CB7-BE31-3083E3A60508}" presName="text" presStyleLbl="fgAcc0" presStyleIdx="1" presStyleCnt="4">
        <dgm:presLayoutVars>
          <dgm:chPref val="3"/>
        </dgm:presLayoutVars>
      </dgm:prSet>
      <dgm:spPr/>
    </dgm:pt>
    <dgm:pt modelId="{0EEEA951-6E18-4C63-9C2B-FDEE0FFDDF1E}" type="pres">
      <dgm:prSet presAssocID="{0F549A7D-BB39-4CB7-BE31-3083E3A60508}" presName="hierChild2" presStyleCnt="0"/>
      <dgm:spPr/>
    </dgm:pt>
    <dgm:pt modelId="{75485F78-8024-4554-A078-1D5867AD3CB3}" type="pres">
      <dgm:prSet presAssocID="{5CA9E5B3-83CF-4CDE-A3B0-21203F1061C8}" presName="hierRoot1" presStyleCnt="0"/>
      <dgm:spPr/>
    </dgm:pt>
    <dgm:pt modelId="{3F15E514-703B-4FF0-847A-C206B4CBADA5}" type="pres">
      <dgm:prSet presAssocID="{5CA9E5B3-83CF-4CDE-A3B0-21203F1061C8}" presName="composite" presStyleCnt="0"/>
      <dgm:spPr/>
    </dgm:pt>
    <dgm:pt modelId="{2C272DDA-5E74-4927-A070-8896DA1A880F}" type="pres">
      <dgm:prSet presAssocID="{5CA9E5B3-83CF-4CDE-A3B0-21203F1061C8}" presName="background" presStyleLbl="node0" presStyleIdx="2" presStyleCnt="4"/>
      <dgm:spPr/>
    </dgm:pt>
    <dgm:pt modelId="{BA359C16-B5E9-4BE4-B059-300A7C7E95ED}" type="pres">
      <dgm:prSet presAssocID="{5CA9E5B3-83CF-4CDE-A3B0-21203F1061C8}" presName="text" presStyleLbl="fgAcc0" presStyleIdx="2" presStyleCnt="4">
        <dgm:presLayoutVars>
          <dgm:chPref val="3"/>
        </dgm:presLayoutVars>
      </dgm:prSet>
      <dgm:spPr/>
    </dgm:pt>
    <dgm:pt modelId="{11DF6FCF-261D-4E9E-A210-618FEB91A243}" type="pres">
      <dgm:prSet presAssocID="{5CA9E5B3-83CF-4CDE-A3B0-21203F1061C8}" presName="hierChild2" presStyleCnt="0"/>
      <dgm:spPr/>
    </dgm:pt>
    <dgm:pt modelId="{9A47962B-DE23-4F5B-9897-B63E5C18F69B}" type="pres">
      <dgm:prSet presAssocID="{EB927DFE-9ACA-46DA-BFDD-3AD679ED5685}" presName="hierRoot1" presStyleCnt="0"/>
      <dgm:spPr/>
    </dgm:pt>
    <dgm:pt modelId="{EEBBD2A7-2D3E-4035-89CE-A8DE69F7064D}" type="pres">
      <dgm:prSet presAssocID="{EB927DFE-9ACA-46DA-BFDD-3AD679ED5685}" presName="composite" presStyleCnt="0"/>
      <dgm:spPr/>
    </dgm:pt>
    <dgm:pt modelId="{D86F7496-DC95-4AC9-917B-761592F3F63E}" type="pres">
      <dgm:prSet presAssocID="{EB927DFE-9ACA-46DA-BFDD-3AD679ED5685}" presName="background" presStyleLbl="node0" presStyleIdx="3" presStyleCnt="4"/>
      <dgm:spPr/>
    </dgm:pt>
    <dgm:pt modelId="{8B8A18E0-0E7C-4113-A366-8A6B5CB597E5}" type="pres">
      <dgm:prSet presAssocID="{EB927DFE-9ACA-46DA-BFDD-3AD679ED5685}" presName="text" presStyleLbl="fgAcc0" presStyleIdx="3" presStyleCnt="4">
        <dgm:presLayoutVars>
          <dgm:chPref val="3"/>
        </dgm:presLayoutVars>
      </dgm:prSet>
      <dgm:spPr/>
    </dgm:pt>
    <dgm:pt modelId="{837C91AA-920A-48EF-8F92-56CD9C499762}" type="pres">
      <dgm:prSet presAssocID="{EB927DFE-9ACA-46DA-BFDD-3AD679ED5685}" presName="hierChild2" presStyleCnt="0"/>
      <dgm:spPr/>
    </dgm:pt>
  </dgm:ptLst>
  <dgm:cxnLst>
    <dgm:cxn modelId="{8D2D8024-91C2-466F-BEE8-DFC997AADC69}" srcId="{15A9E113-D673-44F8-8F5E-07D6E5E118A4}" destId="{08C58C24-D9CF-4BDC-AC59-2212CF106567}" srcOrd="0" destOrd="0" parTransId="{9D7E83AA-CF86-44EC-9045-22A6F86AAB00}" sibTransId="{537C516D-8663-490C-BCC2-F407504F188A}"/>
    <dgm:cxn modelId="{9E6BD046-400C-4033-A3A8-FF19D2F28E98}" srcId="{15A9E113-D673-44F8-8F5E-07D6E5E118A4}" destId="{5CA9E5B3-83CF-4CDE-A3B0-21203F1061C8}" srcOrd="2" destOrd="0" parTransId="{07849B4D-F39F-43E9-A0B2-AE6D93D078A5}" sibTransId="{38D6178D-9011-4DD8-96BF-584C1364F329}"/>
    <dgm:cxn modelId="{9323216A-7A7F-437E-8866-0509AB08C27A}" type="presOf" srcId="{5CA9E5B3-83CF-4CDE-A3B0-21203F1061C8}" destId="{BA359C16-B5E9-4BE4-B059-300A7C7E95ED}" srcOrd="0" destOrd="0" presId="urn:microsoft.com/office/officeart/2005/8/layout/hierarchy1"/>
    <dgm:cxn modelId="{8079926C-1CE8-455F-8825-CC0C561EAB12}" type="presOf" srcId="{08C58C24-D9CF-4BDC-AC59-2212CF106567}" destId="{BB91E1C0-FC9F-4896-AFC6-D071562C8717}" srcOrd="0" destOrd="0" presId="urn:microsoft.com/office/officeart/2005/8/layout/hierarchy1"/>
    <dgm:cxn modelId="{0620C954-241F-4493-8821-8F8EC6090099}" srcId="{15A9E113-D673-44F8-8F5E-07D6E5E118A4}" destId="{0F549A7D-BB39-4CB7-BE31-3083E3A60508}" srcOrd="1" destOrd="0" parTransId="{B4445DB5-AD1D-4C02-B1B9-C2A9DB60F375}" sibTransId="{412967C6-6446-48A3-AD7F-7121E2D69341}"/>
    <dgm:cxn modelId="{7206537D-1D03-412C-AB1B-1C0A77216002}" type="presOf" srcId="{15A9E113-D673-44F8-8F5E-07D6E5E118A4}" destId="{5C4E1734-5B7D-4E33-974F-4755FE608853}" srcOrd="0" destOrd="0" presId="urn:microsoft.com/office/officeart/2005/8/layout/hierarchy1"/>
    <dgm:cxn modelId="{3A6AC288-7C88-410F-9A80-EC4A8290F10B}" srcId="{15A9E113-D673-44F8-8F5E-07D6E5E118A4}" destId="{EB927DFE-9ACA-46DA-BFDD-3AD679ED5685}" srcOrd="3" destOrd="0" parTransId="{C41F5EA5-68F4-4157-B89C-545127CF300F}" sibTransId="{A768AF3C-F946-4457-AAEE-611CC0D87D8D}"/>
    <dgm:cxn modelId="{D21892A8-3361-428E-86C5-B7C604CC7230}" type="presOf" srcId="{EB927DFE-9ACA-46DA-BFDD-3AD679ED5685}" destId="{8B8A18E0-0E7C-4113-A366-8A6B5CB597E5}" srcOrd="0" destOrd="0" presId="urn:microsoft.com/office/officeart/2005/8/layout/hierarchy1"/>
    <dgm:cxn modelId="{95BEADCE-C32E-4F4D-BCCB-9DFF2E4512B8}" type="presOf" srcId="{0F549A7D-BB39-4CB7-BE31-3083E3A60508}" destId="{058B0F17-E966-452A-9DF1-F0F710AFCE19}" srcOrd="0" destOrd="0" presId="urn:microsoft.com/office/officeart/2005/8/layout/hierarchy1"/>
    <dgm:cxn modelId="{DFB02256-1CDC-42C6-A291-286314798E2B}" type="presParOf" srcId="{5C4E1734-5B7D-4E33-974F-4755FE608853}" destId="{84FB2645-FD17-4B37-9C08-E692430BE2D0}" srcOrd="0" destOrd="0" presId="urn:microsoft.com/office/officeart/2005/8/layout/hierarchy1"/>
    <dgm:cxn modelId="{C8E1DC9D-DBCB-436B-9E61-01D88C0AD652}" type="presParOf" srcId="{84FB2645-FD17-4B37-9C08-E692430BE2D0}" destId="{F7AC7E5C-6001-46C7-902E-F476A738BF0E}" srcOrd="0" destOrd="0" presId="urn:microsoft.com/office/officeart/2005/8/layout/hierarchy1"/>
    <dgm:cxn modelId="{171901A2-24F0-4F6C-87E8-BFA0F7CE3D44}" type="presParOf" srcId="{F7AC7E5C-6001-46C7-902E-F476A738BF0E}" destId="{50D868BC-E968-4E20-9D96-AE128ABC6DDB}" srcOrd="0" destOrd="0" presId="urn:microsoft.com/office/officeart/2005/8/layout/hierarchy1"/>
    <dgm:cxn modelId="{747FDBDE-5464-4BDF-913A-092D09BD5A8C}" type="presParOf" srcId="{F7AC7E5C-6001-46C7-902E-F476A738BF0E}" destId="{BB91E1C0-FC9F-4896-AFC6-D071562C8717}" srcOrd="1" destOrd="0" presId="urn:microsoft.com/office/officeart/2005/8/layout/hierarchy1"/>
    <dgm:cxn modelId="{AD9E2A11-B28E-4834-B68A-702429CA329A}" type="presParOf" srcId="{84FB2645-FD17-4B37-9C08-E692430BE2D0}" destId="{9A83C6CC-6768-4628-A491-B14F61C72CBD}" srcOrd="1" destOrd="0" presId="urn:microsoft.com/office/officeart/2005/8/layout/hierarchy1"/>
    <dgm:cxn modelId="{269FB00E-F394-41B9-9B1E-0D870E4D7728}" type="presParOf" srcId="{5C4E1734-5B7D-4E33-974F-4755FE608853}" destId="{C8F3B297-756D-4F95-95A6-5C7F9201D279}" srcOrd="1" destOrd="0" presId="urn:microsoft.com/office/officeart/2005/8/layout/hierarchy1"/>
    <dgm:cxn modelId="{B8C4081C-D05F-4355-9937-D8DBFA8E1649}" type="presParOf" srcId="{C8F3B297-756D-4F95-95A6-5C7F9201D279}" destId="{932847F0-E4C7-404F-BCDF-CF5EC5E0481C}" srcOrd="0" destOrd="0" presId="urn:microsoft.com/office/officeart/2005/8/layout/hierarchy1"/>
    <dgm:cxn modelId="{E8C9D02F-C00C-4ADB-901E-70EFC3DD2FCB}" type="presParOf" srcId="{932847F0-E4C7-404F-BCDF-CF5EC5E0481C}" destId="{B37DF687-B1F1-4DC4-8E48-E91DDACD0766}" srcOrd="0" destOrd="0" presId="urn:microsoft.com/office/officeart/2005/8/layout/hierarchy1"/>
    <dgm:cxn modelId="{656E8F3F-2F45-4388-BD9F-01A22A425CD7}" type="presParOf" srcId="{932847F0-E4C7-404F-BCDF-CF5EC5E0481C}" destId="{058B0F17-E966-452A-9DF1-F0F710AFCE19}" srcOrd="1" destOrd="0" presId="urn:microsoft.com/office/officeart/2005/8/layout/hierarchy1"/>
    <dgm:cxn modelId="{3D19EA77-5427-450D-BAD8-721A688A33D6}" type="presParOf" srcId="{C8F3B297-756D-4F95-95A6-5C7F9201D279}" destId="{0EEEA951-6E18-4C63-9C2B-FDEE0FFDDF1E}" srcOrd="1" destOrd="0" presId="urn:microsoft.com/office/officeart/2005/8/layout/hierarchy1"/>
    <dgm:cxn modelId="{632E16E7-1A6C-4649-97BE-049DD82F9D1C}" type="presParOf" srcId="{5C4E1734-5B7D-4E33-974F-4755FE608853}" destId="{75485F78-8024-4554-A078-1D5867AD3CB3}" srcOrd="2" destOrd="0" presId="urn:microsoft.com/office/officeart/2005/8/layout/hierarchy1"/>
    <dgm:cxn modelId="{7873D2E7-8E89-4123-B2A7-C297D6A5FEA8}" type="presParOf" srcId="{75485F78-8024-4554-A078-1D5867AD3CB3}" destId="{3F15E514-703B-4FF0-847A-C206B4CBADA5}" srcOrd="0" destOrd="0" presId="urn:microsoft.com/office/officeart/2005/8/layout/hierarchy1"/>
    <dgm:cxn modelId="{22FFAF48-EBD0-4A62-9C13-5FDACA4907C8}" type="presParOf" srcId="{3F15E514-703B-4FF0-847A-C206B4CBADA5}" destId="{2C272DDA-5E74-4927-A070-8896DA1A880F}" srcOrd="0" destOrd="0" presId="urn:microsoft.com/office/officeart/2005/8/layout/hierarchy1"/>
    <dgm:cxn modelId="{4C383BCC-3CEF-4FD2-8B3E-C9FAA0A04DF4}" type="presParOf" srcId="{3F15E514-703B-4FF0-847A-C206B4CBADA5}" destId="{BA359C16-B5E9-4BE4-B059-300A7C7E95ED}" srcOrd="1" destOrd="0" presId="urn:microsoft.com/office/officeart/2005/8/layout/hierarchy1"/>
    <dgm:cxn modelId="{FFB585CD-0063-4241-808C-200325513296}" type="presParOf" srcId="{75485F78-8024-4554-A078-1D5867AD3CB3}" destId="{11DF6FCF-261D-4E9E-A210-618FEB91A243}" srcOrd="1" destOrd="0" presId="urn:microsoft.com/office/officeart/2005/8/layout/hierarchy1"/>
    <dgm:cxn modelId="{4CC8FCD0-9405-4968-ACA8-4A06CFF58530}" type="presParOf" srcId="{5C4E1734-5B7D-4E33-974F-4755FE608853}" destId="{9A47962B-DE23-4F5B-9897-B63E5C18F69B}" srcOrd="3" destOrd="0" presId="urn:microsoft.com/office/officeart/2005/8/layout/hierarchy1"/>
    <dgm:cxn modelId="{CBDDE43D-0E73-425B-B539-19DB78DA0CD8}" type="presParOf" srcId="{9A47962B-DE23-4F5B-9897-B63E5C18F69B}" destId="{EEBBD2A7-2D3E-4035-89CE-A8DE69F7064D}" srcOrd="0" destOrd="0" presId="urn:microsoft.com/office/officeart/2005/8/layout/hierarchy1"/>
    <dgm:cxn modelId="{AD18A150-73AB-4902-916E-B07DD1F2A2FE}" type="presParOf" srcId="{EEBBD2A7-2D3E-4035-89CE-A8DE69F7064D}" destId="{D86F7496-DC95-4AC9-917B-761592F3F63E}" srcOrd="0" destOrd="0" presId="urn:microsoft.com/office/officeart/2005/8/layout/hierarchy1"/>
    <dgm:cxn modelId="{38FC7FD0-09C8-4F65-88F1-F7896325FD92}" type="presParOf" srcId="{EEBBD2A7-2D3E-4035-89CE-A8DE69F7064D}" destId="{8B8A18E0-0E7C-4113-A366-8A6B5CB597E5}" srcOrd="1" destOrd="0" presId="urn:microsoft.com/office/officeart/2005/8/layout/hierarchy1"/>
    <dgm:cxn modelId="{C570C37C-32AB-4F26-9AA3-873318909497}" type="presParOf" srcId="{9A47962B-DE23-4F5B-9897-B63E5C18F69B}" destId="{837C91AA-920A-48EF-8F92-56CD9C49976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D868BC-E968-4E20-9D96-AE128ABC6DDB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91E1C0-FC9F-4896-AFC6-D071562C8717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hlinkClick xmlns:r="http://schemas.openxmlformats.org/officeDocument/2006/relationships" r:id="" action="ppaction://hlinksldjump"/>
            </a:rPr>
            <a:t>Problem Statement – Project Details</a:t>
          </a:r>
          <a:endParaRPr lang="en-US" sz="1600" kern="1200" dirty="0"/>
        </a:p>
      </dsp:txBody>
      <dsp:txXfrm>
        <a:off x="299702" y="1282093"/>
        <a:ext cx="2200851" cy="1366505"/>
      </dsp:txXfrm>
    </dsp:sp>
    <dsp:sp modelId="{B37DF687-B1F1-4DC4-8E48-E91DDACD0766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8B0F17-E966-452A-9DF1-F0F710AFCE19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>
              <a:hlinkClick xmlns:r="http://schemas.openxmlformats.org/officeDocument/2006/relationships" r:id="" action="ppaction://hlinksldjump"/>
            </a:rPr>
            <a:t>Getting to know the data</a:t>
          </a:r>
          <a:endParaRPr lang="en-US" sz="1600" b="0" kern="1200" dirty="0"/>
        </a:p>
      </dsp:txBody>
      <dsp:txXfrm>
        <a:off x="3093555" y="1282093"/>
        <a:ext cx="2200851" cy="1366505"/>
      </dsp:txXfrm>
    </dsp:sp>
    <dsp:sp modelId="{2C272DDA-5E74-4927-A070-8896DA1A880F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359C16-B5E9-4BE4-B059-300A7C7E95ED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hlinkClick xmlns:r="http://schemas.openxmlformats.org/officeDocument/2006/relationships" r:id="" action="ppaction://hlinksldjump"/>
            </a:rPr>
            <a:t>Forecasting</a:t>
          </a:r>
          <a:endParaRPr lang="en-US" sz="1600" kern="1200" dirty="0"/>
        </a:p>
      </dsp:txBody>
      <dsp:txXfrm>
        <a:off x="5887408" y="1282093"/>
        <a:ext cx="2200851" cy="1366505"/>
      </dsp:txXfrm>
    </dsp:sp>
    <dsp:sp modelId="{D86F7496-DC95-4AC9-917B-761592F3F63E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8A18E0-0E7C-4113-A366-8A6B5CB597E5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hlinkClick xmlns:r="http://schemas.openxmlformats.org/officeDocument/2006/relationships" r:id="" action="ppaction://hlinksldjump"/>
            </a:rPr>
            <a:t>Limitations and Improvements</a:t>
          </a:r>
          <a:endParaRPr lang="en-US" sz="1600" kern="1200" dirty="0"/>
        </a:p>
      </dsp:txBody>
      <dsp:txXfrm>
        <a:off x="8681261" y="1282093"/>
        <a:ext cx="2200851" cy="13665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D868BC-E968-4E20-9D96-AE128ABC6DDB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91E1C0-FC9F-4896-AFC6-D071562C8717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  <a:alpha val="9000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Problem Statement – Project Details</a:t>
          </a:r>
        </a:p>
      </dsp:txBody>
      <dsp:txXfrm>
        <a:off x="299702" y="1282093"/>
        <a:ext cx="2200851" cy="1366505"/>
      </dsp:txXfrm>
    </dsp:sp>
    <dsp:sp modelId="{B37DF687-B1F1-4DC4-8E48-E91DDACD0766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8B0F17-E966-452A-9DF1-F0F710AFCE19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Getting to know the data</a:t>
          </a:r>
        </a:p>
      </dsp:txBody>
      <dsp:txXfrm>
        <a:off x="3093555" y="1282093"/>
        <a:ext cx="2200851" cy="1366505"/>
      </dsp:txXfrm>
    </dsp:sp>
    <dsp:sp modelId="{2C272DDA-5E74-4927-A070-8896DA1A880F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359C16-B5E9-4BE4-B059-300A7C7E95ED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Forecasting</a:t>
          </a:r>
        </a:p>
      </dsp:txBody>
      <dsp:txXfrm>
        <a:off x="5887408" y="1282093"/>
        <a:ext cx="2200851" cy="1366505"/>
      </dsp:txXfrm>
    </dsp:sp>
    <dsp:sp modelId="{D86F7496-DC95-4AC9-917B-761592F3F63E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8A18E0-0E7C-4113-A366-8A6B5CB597E5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Limitations and Improvements</a:t>
          </a:r>
        </a:p>
      </dsp:txBody>
      <dsp:txXfrm>
        <a:off x="8681261" y="1282093"/>
        <a:ext cx="2200851" cy="13665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D868BC-E968-4E20-9D96-AE128ABC6DDB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91E1C0-FC9F-4896-AFC6-D071562C8717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Problem Statement – Project Details</a:t>
          </a:r>
        </a:p>
      </dsp:txBody>
      <dsp:txXfrm>
        <a:off x="299702" y="1282093"/>
        <a:ext cx="2200851" cy="1366505"/>
      </dsp:txXfrm>
    </dsp:sp>
    <dsp:sp modelId="{B37DF687-B1F1-4DC4-8E48-E91DDACD0766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8B0F17-E966-452A-9DF1-F0F710AFCE19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  <a:alpha val="9000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Getting to know the data</a:t>
          </a:r>
        </a:p>
      </dsp:txBody>
      <dsp:txXfrm>
        <a:off x="3093555" y="1282093"/>
        <a:ext cx="2200851" cy="1366505"/>
      </dsp:txXfrm>
    </dsp:sp>
    <dsp:sp modelId="{2C272DDA-5E74-4927-A070-8896DA1A880F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359C16-B5E9-4BE4-B059-300A7C7E95ED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Forecasting</a:t>
          </a:r>
          <a:endParaRPr lang="en-US" sz="1600" kern="1200" dirty="0"/>
        </a:p>
      </dsp:txBody>
      <dsp:txXfrm>
        <a:off x="5887408" y="1282093"/>
        <a:ext cx="2200851" cy="1366505"/>
      </dsp:txXfrm>
    </dsp:sp>
    <dsp:sp modelId="{D86F7496-DC95-4AC9-917B-761592F3F63E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8A18E0-0E7C-4113-A366-8A6B5CB597E5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Limitations and Improvements</a:t>
          </a:r>
        </a:p>
      </dsp:txBody>
      <dsp:txXfrm>
        <a:off x="8681261" y="1282093"/>
        <a:ext cx="2200851" cy="136650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D868BC-E968-4E20-9D96-AE128ABC6DDB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91E1C0-FC9F-4896-AFC6-D071562C8717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Problem Statement – Project Details</a:t>
          </a:r>
        </a:p>
      </dsp:txBody>
      <dsp:txXfrm>
        <a:off x="299702" y="1282093"/>
        <a:ext cx="2200851" cy="1366505"/>
      </dsp:txXfrm>
    </dsp:sp>
    <dsp:sp modelId="{B37DF687-B1F1-4DC4-8E48-E91DDACD0766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8B0F17-E966-452A-9DF1-F0F710AFCE19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Getting to know the data</a:t>
          </a:r>
        </a:p>
      </dsp:txBody>
      <dsp:txXfrm>
        <a:off x="3093555" y="1282093"/>
        <a:ext cx="2200851" cy="1366505"/>
      </dsp:txXfrm>
    </dsp:sp>
    <dsp:sp modelId="{2C272DDA-5E74-4927-A070-8896DA1A880F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359C16-B5E9-4BE4-B059-300A7C7E95ED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  <a:alpha val="9000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Forecasting</a:t>
          </a:r>
        </a:p>
      </dsp:txBody>
      <dsp:txXfrm>
        <a:off x="5887408" y="1282093"/>
        <a:ext cx="2200851" cy="1366505"/>
      </dsp:txXfrm>
    </dsp:sp>
    <dsp:sp modelId="{D86F7496-DC95-4AC9-917B-761592F3F63E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8A18E0-0E7C-4113-A366-8A6B5CB597E5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Limitations and Improvements</a:t>
          </a:r>
        </a:p>
      </dsp:txBody>
      <dsp:txXfrm>
        <a:off x="8681261" y="1282093"/>
        <a:ext cx="2200851" cy="136650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D868BC-E968-4E20-9D96-AE128ABC6DDB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91E1C0-FC9F-4896-AFC6-D071562C8717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Problem Statement – Project Details</a:t>
          </a:r>
        </a:p>
      </dsp:txBody>
      <dsp:txXfrm>
        <a:off x="299702" y="1282093"/>
        <a:ext cx="2200851" cy="1366505"/>
      </dsp:txXfrm>
    </dsp:sp>
    <dsp:sp modelId="{B37DF687-B1F1-4DC4-8E48-E91DDACD0766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8B0F17-E966-452A-9DF1-F0F710AFCE19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Getting to know the data</a:t>
          </a:r>
        </a:p>
      </dsp:txBody>
      <dsp:txXfrm>
        <a:off x="3093555" y="1282093"/>
        <a:ext cx="2200851" cy="1366505"/>
      </dsp:txXfrm>
    </dsp:sp>
    <dsp:sp modelId="{2C272DDA-5E74-4927-A070-8896DA1A880F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359C16-B5E9-4BE4-B059-300A7C7E95ED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Forecasting</a:t>
          </a:r>
        </a:p>
      </dsp:txBody>
      <dsp:txXfrm>
        <a:off x="5887408" y="1282093"/>
        <a:ext cx="2200851" cy="1366505"/>
      </dsp:txXfrm>
    </dsp:sp>
    <dsp:sp modelId="{D86F7496-DC95-4AC9-917B-761592F3F63E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8A18E0-0E7C-4113-A366-8A6B5CB597E5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  <a:alpha val="9000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Limitations and Improvements</a:t>
          </a:r>
        </a:p>
      </dsp:txBody>
      <dsp:txXfrm>
        <a:off x="8681261" y="1282093"/>
        <a:ext cx="2200851" cy="13665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0D56F-9EBB-1FD4-D99C-F3F9617851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E50BD9-1063-13EB-A061-EE50177090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E72E6-040C-2508-E85E-ED98D3726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A1315-1BAC-4540-989C-D7327B38150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A2D5B-3347-3FB3-8637-E2F971E17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48C80-D351-480F-2A71-B7146D240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66AD5-C040-4E10-97C9-F6D0A5E72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193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C1487-971C-58C5-3EEA-EB5F82EEF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6B35B-45D1-4782-80FB-04353A442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AF843-EBB0-F858-9799-9D3E78E54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A1315-1BAC-4540-989C-D7327B38150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DD8D9-B970-32D0-1771-CFAD4419E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5D312-7C0F-3DE2-BDCC-D537ED1A9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66AD5-C040-4E10-97C9-F6D0A5E72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56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025B4-5156-0981-70BD-95C5F11E8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E6048F-FD49-AEB6-27B2-E161E9137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DF69F-A8E7-978C-A8E5-BB22BD2AF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A1315-1BAC-4540-989C-D7327B38150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0E9E0-AC46-0F74-FFBD-24A1891FB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88978-2040-CDD4-3E7F-EA2803CA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66AD5-C040-4E10-97C9-F6D0A5E72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920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B15E0-0CBE-73C3-CDE4-B218F3977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21B50-E12B-E836-816C-23508EC76F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E75863-C7C5-5778-09C8-0A797F4DA8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B3134-EFCD-98A5-035B-201BA94E8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A1315-1BAC-4540-989C-D7327B38150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C76EE-CD8A-B80A-B0F6-58587F591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9DAFDC-C66C-5C88-1E06-3E758CCBB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66AD5-C040-4E10-97C9-F6D0A5E72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699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AF7A8-7061-A74E-5D4E-A5A72E312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273BC8-A45C-E682-0DFB-00B9F0649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111267-C5F4-FB31-0D5F-1222E7A0A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F96FCE-3D57-784C-E120-98C1F9BAAC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72827B-9EE4-276D-B3C5-8C8CDEA6B2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5DAD6C-5A9B-2A3E-BCFF-75C6D0F41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A1315-1BAC-4540-989C-D7327B38150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5F7AF8-D7F9-5652-7CC2-9BD15A3BE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56DA84-6CE5-617E-6BBF-EEDFEA796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66AD5-C040-4E10-97C9-F6D0A5E72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53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05795-4958-9BA7-1CAF-EC7B2A2C8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5EEFFE-88AD-2C07-08C9-48CCF8B24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A1315-1BAC-4540-989C-D7327B38150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616BF3-D72D-648D-FAE1-C0DFF3027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017DE7-CD06-46AE-1A0B-5AE0FE637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66AD5-C040-4E10-97C9-F6D0A5E72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29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ACF0F0-98AF-B2B1-08D0-3FBA89BB0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A1315-1BAC-4540-989C-D7327B38150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9AE2B9-9670-DB6B-74BC-3A2E6D8EF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5C75D-EA7B-58D9-F75F-8C71BF1AE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66AD5-C040-4E10-97C9-F6D0A5E72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490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6B647-A3FE-AD42-EBDC-5F6E36575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A3AE8-C2B5-4440-4722-77AE82D6D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3C8586-008D-0DFD-BF19-3AEEB400FC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01BCE-BFB2-46FB-BE93-46B5FA3DC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A1315-1BAC-4540-989C-D7327B38150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E41123-B360-C006-D61C-E90F7DEF2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BC550-3B74-6584-EAAA-95AEEECFB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66AD5-C040-4E10-97C9-F6D0A5E72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447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B7419-5414-8C19-0E7C-0CABFC71F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4F89E9-68CC-CB23-5425-DADE383B72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A3C8B3-3A7B-6AC8-4840-CBA4F7061A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CA89C3-7AB1-D263-4F80-DD079E673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A1315-1BAC-4540-989C-D7327B38150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D835D-B128-7EA4-D14A-36BC4C185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C3CBBD-90A6-0ED9-B751-1AD67BFDC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66AD5-C040-4E10-97C9-F6D0A5E72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434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199B9-84C5-5FD3-C61B-604FECFBD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5731D0-E3B1-6750-7963-05ACF006C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B12C7-8A8D-287B-1926-37FAC50FB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A1315-1BAC-4540-989C-D7327B38150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D4409-4734-0FC0-80C2-5B22B657B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C3DA7-CFBC-C986-7522-49EC74C31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66AD5-C040-4E10-97C9-F6D0A5E72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708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AFF1C3-75E7-5762-F7D8-D66D449F5B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11EDFF-A778-D261-F9B6-1433DE6B70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7DEF2-C12C-05F2-4E7C-B011E58B4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A1315-1BAC-4540-989C-D7327B38150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9E8CB-520E-0096-19C9-DA4F753A9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4960E-D906-E7FE-9B04-88428465C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66AD5-C040-4E10-97C9-F6D0A5E72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23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7C85F8-69B9-C287-0476-8076F5597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CD354-D717-D8D1-3D8A-D85446C6B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B86C7-FB6A-CDFC-6AC2-FF24075275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DA1315-1BAC-4540-989C-D7327B38150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428DD-7D68-1296-9463-4232D1A727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1D227-7C5B-5390-A47B-0712DB4A8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866AD5-C040-4E10-97C9-F6D0A5E72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100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78084C-4DD6-C716-EFFC-2B4051C45A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008" y="857252"/>
            <a:ext cx="5706580" cy="3098061"/>
          </a:xfrm>
        </p:spPr>
        <p:txBody>
          <a:bodyPr anchor="b">
            <a:noAutofit/>
          </a:bodyPr>
          <a:lstStyle/>
          <a:p>
            <a:pPr algn="l">
              <a:lnSpc>
                <a:spcPct val="70000"/>
              </a:lnSpc>
            </a:pPr>
            <a:r>
              <a:rPr lang="en-US" sz="4000" dirty="0">
                <a:solidFill>
                  <a:srgbClr val="FFFFFF"/>
                </a:solidFill>
              </a:rPr>
              <a:t>Machine Learning Project</a:t>
            </a:r>
            <a:br>
              <a:rPr lang="en-US" sz="4000" dirty="0">
                <a:solidFill>
                  <a:srgbClr val="FFFFFF"/>
                </a:solidFill>
              </a:rPr>
            </a:b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3200" i="1" dirty="0">
                <a:solidFill>
                  <a:srgbClr val="FFFFFF"/>
                </a:solidFill>
              </a:rPr>
              <a:t>Predicting the GDP Evolution</a:t>
            </a: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90FF2D-9E9C-3921-4567-78D83AA465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928" y="4756265"/>
            <a:ext cx="4393278" cy="1244483"/>
          </a:xfrm>
        </p:spPr>
        <p:txBody>
          <a:bodyPr anchor="t">
            <a:no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Stelios Katsoulakis</a:t>
            </a:r>
          </a:p>
          <a:p>
            <a:pPr algn="l"/>
            <a:endParaRPr lang="en-US" dirty="0">
              <a:solidFill>
                <a:srgbClr val="FFFFFF"/>
              </a:solidFill>
            </a:endParaRPr>
          </a:p>
          <a:p>
            <a:pPr algn="l"/>
            <a:r>
              <a:rPr lang="en-US" sz="2000" i="1" dirty="0">
                <a:solidFill>
                  <a:srgbClr val="FFFFFF"/>
                </a:solidFill>
              </a:rPr>
              <a:t>March 29</a:t>
            </a:r>
            <a:r>
              <a:rPr lang="en-US" sz="2000" i="1" baseline="30000" dirty="0">
                <a:solidFill>
                  <a:srgbClr val="FFFFFF"/>
                </a:solidFill>
              </a:rPr>
              <a:t>th</a:t>
            </a:r>
            <a:r>
              <a:rPr lang="en-US" sz="2000" i="1" dirty="0">
                <a:solidFill>
                  <a:srgbClr val="FFFFFF"/>
                </a:solidFill>
              </a:rPr>
              <a:t> , 2026</a:t>
            </a:r>
          </a:p>
        </p:txBody>
      </p:sp>
      <p:sp>
        <p:nvSpPr>
          <p:cNvPr id="1041" name="Oval 1040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▷ Fastest Growing Economies in the ...">
            <a:extLst>
              <a:ext uri="{FF2B5EF4-FFF2-40B4-BE49-F238E27FC236}">
                <a16:creationId xmlns:a16="http://schemas.microsoft.com/office/drawing/2014/main" id="{1B7BBDD5-EE17-55F6-C7A3-B635583F4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90588" y="1062541"/>
            <a:ext cx="4747280" cy="4756162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3092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54405-E01E-74CF-CCC7-9ED0126EE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CB89B7-0EEB-2E3F-CD86-CA6CD7416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27EEF9-74B6-57EA-BF6C-B06737445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DEA11D-E029-7318-CE7F-09BDBF0C7D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1A26B3-F51A-C78D-6D16-30D897093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C60B74-4761-E2F9-1CA5-8AADE9552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522467-6E52-87E0-E420-C0D526D8F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39" y="548538"/>
            <a:ext cx="9895951" cy="1033669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Agenda</a:t>
            </a:r>
            <a:endParaRPr lang="en-US" sz="2000" dirty="0">
              <a:solidFill>
                <a:srgbClr val="FFFFFF"/>
              </a:solidFill>
            </a:endParaRP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85491BE8-117B-398F-B48E-D36C8F46D1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3328858"/>
              </p:ext>
            </p:extLst>
          </p:nvPr>
        </p:nvGraphicFramePr>
        <p:xfrm>
          <a:off x="632085" y="213845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7577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94E634-B273-1919-A82E-7884057B4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9F7C137-7E40-E136-F890-8E78ED25A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56624E-EDD6-F3BB-1EC4-FD9C3A9D8B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AA4320-FDE8-C04A-897E-BA08F27F2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1032AD-A6C8-2B87-D666-C08A90790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A05BDD-A858-1AE0-7F31-58C0F0373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3BC27E-E805-023D-F7EA-343C73AB1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39" y="548538"/>
            <a:ext cx="9895951" cy="1033669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Agenda</a:t>
            </a:r>
            <a:endParaRPr lang="en-US" sz="2000" dirty="0">
              <a:solidFill>
                <a:srgbClr val="FFFFFF"/>
              </a:solidFill>
            </a:endParaRP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83A25FEF-50F7-7361-A25D-28C6C41CCA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637318"/>
              </p:ext>
            </p:extLst>
          </p:nvPr>
        </p:nvGraphicFramePr>
        <p:xfrm>
          <a:off x="632085" y="213845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7841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EF1777-A383-BF5E-F4EF-F332D3572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39" y="548538"/>
            <a:ext cx="9895951" cy="1033669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Project Details</a:t>
            </a:r>
            <a:br>
              <a:rPr lang="en-US" sz="3400" dirty="0">
                <a:solidFill>
                  <a:srgbClr val="FFFFFF"/>
                </a:solidFill>
              </a:rPr>
            </a:br>
            <a:r>
              <a:rPr lang="en-US" sz="2000" dirty="0">
                <a:solidFill>
                  <a:srgbClr val="FFFFFF"/>
                </a:solidFill>
              </a:rPr>
              <a:t>From where did we get the data and what did it include?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89948-8058-18BE-2E59-7756D4A46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239" y="2379346"/>
            <a:ext cx="9724031" cy="3683358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GDP  and Population data downloaded from World Bank website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60+ years of history starting from 1960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Non-country entities in data (European Union)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250+ countries, regions and economic blocs examined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13,500+ data points/observations </a:t>
            </a:r>
            <a:r>
              <a:rPr lang="en-US" sz="1600" dirty="0"/>
              <a:t>used</a:t>
            </a:r>
          </a:p>
        </p:txBody>
      </p:sp>
    </p:spTree>
    <p:extLst>
      <p:ext uri="{BB962C8B-B14F-4D97-AF65-F5344CB8AC3E}">
        <p14:creationId xmlns:p14="http://schemas.microsoft.com/office/powerpoint/2010/main" val="4202394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3A9A2E-1B5F-663E-627C-A9157821E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448644B-2F08-DBF0-EE40-5893AFB41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1204D3-1D34-04FD-28CF-04D265DCE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5DC6F0-22E2-D360-C591-F0EBE54C0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281473-BDA8-E648-F866-DA737179B1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EFE1ED-6F9C-6764-E16C-3C0BCDD3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5544D9-E60C-7D08-C37B-BD517B6FF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079" y="548538"/>
            <a:ext cx="9895951" cy="1033669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Agenda</a:t>
            </a:r>
            <a:endParaRPr lang="en-US" sz="2000" dirty="0">
              <a:solidFill>
                <a:srgbClr val="FFFFFF"/>
              </a:solidFill>
            </a:endParaRP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306DCA8D-DADC-6059-9E1E-7A681A2BDB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9662055"/>
              </p:ext>
            </p:extLst>
          </p:nvPr>
        </p:nvGraphicFramePr>
        <p:xfrm>
          <a:off x="632085" y="213845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5368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8942B3-B459-D2C3-9695-C1DC51638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18C3576-4524-C9F1-3D89-E79B8698D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0A1F4A-B7EB-5851-E60C-8C254438A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7C5D2A-74B8-F6DF-CA3A-57FFED676C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2C4BD9-1E4F-0A2D-C191-C8DDFD702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37C652-E984-5CDE-86B5-E022E31670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08418D-719B-120A-E046-D7512D13D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079" y="548538"/>
            <a:ext cx="10584571" cy="1033669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Getting to know the data: GDP per country</a:t>
            </a:r>
            <a:br>
              <a:rPr lang="en-US" sz="2800" dirty="0">
                <a:solidFill>
                  <a:srgbClr val="FFFFFF"/>
                </a:solidFill>
              </a:rPr>
            </a:br>
            <a:r>
              <a:rPr lang="en-US" sz="2000" dirty="0">
                <a:solidFill>
                  <a:srgbClr val="FFFFFF"/>
                </a:solidFill>
              </a:rPr>
              <a:t>US and China the countries with highest GDP by far; &gt;3 times as high when compared to 3</a:t>
            </a:r>
            <a:r>
              <a:rPr lang="en-US" sz="2000" baseline="30000" dirty="0">
                <a:solidFill>
                  <a:srgbClr val="FFFFFF"/>
                </a:solidFill>
              </a:rPr>
              <a:t>rd</a:t>
            </a:r>
            <a:r>
              <a:rPr lang="en-US" sz="2000" dirty="0">
                <a:solidFill>
                  <a:srgbClr val="FFFFFF"/>
                </a:solidFill>
              </a:rPr>
              <a:t> Germany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36AFCF0-EF60-DB78-AC2C-2755AE9424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54" r="4159" b="8919"/>
          <a:stretch>
            <a:fillRect/>
          </a:stretch>
        </p:blipFill>
        <p:spPr>
          <a:xfrm>
            <a:off x="459350" y="2743200"/>
            <a:ext cx="5384933" cy="25704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6D1F1C0-756F-E14D-A619-9220013707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44" b="7599"/>
          <a:stretch>
            <a:fillRect/>
          </a:stretch>
        </p:blipFill>
        <p:spPr>
          <a:xfrm>
            <a:off x="0" y="2641600"/>
            <a:ext cx="12192000" cy="38050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51088BF-F3FF-6B0E-AF5A-3CDF03C108B4}"/>
              </a:ext>
            </a:extLst>
          </p:cNvPr>
          <p:cNvSpPr txBox="1"/>
          <p:nvPr/>
        </p:nvSpPr>
        <p:spPr>
          <a:xfrm>
            <a:off x="3914869" y="1882556"/>
            <a:ext cx="43953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Gross Domestic Product (in Trillion USD)</a:t>
            </a:r>
          </a:p>
          <a:p>
            <a:pPr algn="ctr"/>
            <a:r>
              <a:rPr lang="en-US" i="1" dirty="0"/>
              <a:t>Top-30 Countries, 2023</a:t>
            </a:r>
          </a:p>
        </p:txBody>
      </p:sp>
    </p:spTree>
    <p:extLst>
      <p:ext uri="{BB962C8B-B14F-4D97-AF65-F5344CB8AC3E}">
        <p14:creationId xmlns:p14="http://schemas.microsoft.com/office/powerpoint/2010/main" val="3172551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34843-B9B2-57F7-F8BD-DC704E678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079" y="548538"/>
            <a:ext cx="10403841" cy="1033669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Getting to know the data: GDP Growth per major Country</a:t>
            </a:r>
            <a:br>
              <a:rPr lang="en-US" sz="2400" b="1" dirty="0">
                <a:solidFill>
                  <a:srgbClr val="FFFFFF"/>
                </a:solidFill>
              </a:rPr>
            </a:br>
            <a:r>
              <a:rPr lang="en-US" sz="2000" dirty="0">
                <a:solidFill>
                  <a:srgbClr val="FFFFFF"/>
                </a:solidFill>
              </a:rPr>
              <a:t>US and China with highest overall growth over the past 60 years albeit with flattening trends recently</a:t>
            </a:r>
            <a:endParaRPr lang="en-US" sz="2400" b="1"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7EA824-62ED-7F6B-7824-3FFF209093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6051" y="1647006"/>
            <a:ext cx="6899767" cy="334062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83723-1C26-B4EC-2663-B05C42414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5699" y="2118820"/>
            <a:ext cx="3946911" cy="3895155"/>
          </a:xfrm>
        </p:spPr>
        <p:txBody>
          <a:bodyPr anchor="ctr">
            <a:noAutofit/>
          </a:bodyPr>
          <a:lstStyle/>
          <a:p>
            <a:r>
              <a:rPr lang="en-US" sz="1600" dirty="0"/>
              <a:t>US steady growth with a CAGR of 6.4%</a:t>
            </a:r>
          </a:p>
          <a:p>
            <a:r>
              <a:rPr lang="en-US" sz="1600" dirty="0"/>
              <a:t>China’s growth “exploded” since 2000 although with major slow-down in the past two years</a:t>
            </a:r>
          </a:p>
          <a:p>
            <a:r>
              <a:rPr lang="en-US" sz="1600" dirty="0"/>
              <a:t>Japan GDP, although with high growth until 1990, remains almost flat since then</a:t>
            </a:r>
          </a:p>
          <a:p>
            <a:r>
              <a:rPr lang="en-US" sz="1600" dirty="0"/>
              <a:t>Germany with small but steady growth and a CAGR of 6.5%</a:t>
            </a:r>
          </a:p>
          <a:p>
            <a:r>
              <a:rPr lang="en-US" sz="1600" dirty="0"/>
              <a:t>India  GDP grew exponentially since 2000 at a CAGR of</a:t>
            </a:r>
            <a:r>
              <a:rPr lang="en-US" sz="2000" dirty="0"/>
              <a:t> </a:t>
            </a:r>
            <a:r>
              <a:rPr lang="en-US" sz="1600" dirty="0"/>
              <a:t>7.51%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4FCCCD-BAD7-9550-79F9-B5AD19F83C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583828"/>
              </p:ext>
            </p:extLst>
          </p:nvPr>
        </p:nvGraphicFramePr>
        <p:xfrm>
          <a:off x="459350" y="5677973"/>
          <a:ext cx="6085840" cy="70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6640">
                  <a:extLst>
                    <a:ext uri="{9D8B030D-6E8A-4147-A177-3AD203B41FA5}">
                      <a16:colId xmlns:a16="http://schemas.microsoft.com/office/drawing/2014/main" val="341934847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12177951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655711028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14319974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36089534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1439392996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CAGR</a:t>
                      </a:r>
                    </a:p>
                    <a:p>
                      <a:pPr algn="ctr"/>
                      <a:r>
                        <a:rPr lang="en-US" sz="1200" dirty="0"/>
                        <a:t>(1960-2023)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USA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China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Germany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Japan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India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996863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6.42%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9.46%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6.50%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7.38%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7.51%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5447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1043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A5528C-8279-043A-CB2A-1B460ABC7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39" y="558698"/>
            <a:ext cx="9895951" cy="1033669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Getting to know the data: GDP Growth correlation matrix</a:t>
            </a:r>
            <a:br>
              <a:rPr lang="en-US" sz="2400" dirty="0">
                <a:solidFill>
                  <a:srgbClr val="FFFFFF"/>
                </a:solidFill>
              </a:rPr>
            </a:br>
            <a:r>
              <a:rPr lang="en-US" sz="2000" dirty="0">
                <a:solidFill>
                  <a:srgbClr val="FFFFFF"/>
                </a:solidFill>
              </a:rPr>
              <a:t>GDP growth within certain country groups highly correlated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97C54-09D3-26D9-C7E8-7162425C8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6411" y="2149439"/>
            <a:ext cx="5150523" cy="3683358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dirty="0"/>
              <a:t>European countries’ GDP growth very strongly correlated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Middle East countries with high growth correlation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China growth patterns not correlated with other major economies but Brazil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India and Japan growth more correlated with EU countries vs. US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DD79DA5-DC6A-1AA1-507F-A62842B4D0D6}"/>
              </a:ext>
            </a:extLst>
          </p:cNvPr>
          <p:cNvGrpSpPr/>
          <p:nvPr/>
        </p:nvGrpSpPr>
        <p:grpSpPr>
          <a:xfrm>
            <a:off x="165923" y="1706880"/>
            <a:ext cx="6292266" cy="5069931"/>
            <a:chOff x="5899730" y="1622744"/>
            <a:chExt cx="6292266" cy="5143907"/>
          </a:xfrm>
        </p:grpSpPr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CD46345D-1A32-F0B4-5DBE-8CC1A6516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6639679" y="1622744"/>
              <a:ext cx="5552317" cy="51439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837D50D-81D9-E936-9BF9-7449942EA262}"/>
                </a:ext>
              </a:extLst>
            </p:cNvPr>
            <p:cNvCxnSpPr>
              <a:cxnSpLocks/>
            </p:cNvCxnSpPr>
            <p:nvPr/>
          </p:nvCxnSpPr>
          <p:spPr>
            <a:xfrm>
              <a:off x="6715760" y="2631440"/>
              <a:ext cx="476504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A2EAC1B-C097-487F-8EF1-47CDE925CB61}"/>
                </a:ext>
              </a:extLst>
            </p:cNvPr>
            <p:cNvCxnSpPr>
              <a:cxnSpLocks/>
            </p:cNvCxnSpPr>
            <p:nvPr/>
          </p:nvCxnSpPr>
          <p:spPr>
            <a:xfrm>
              <a:off x="6807200" y="4724400"/>
              <a:ext cx="46736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094979A-28A3-429D-838C-A2319D928D9D}"/>
                </a:ext>
              </a:extLst>
            </p:cNvPr>
            <p:cNvSpPr txBox="1"/>
            <p:nvPr/>
          </p:nvSpPr>
          <p:spPr>
            <a:xfrm>
              <a:off x="6310161" y="1948612"/>
              <a:ext cx="65902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</a:rPr>
                <a:t>Europe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5EC7DA9-2668-FE1E-C10F-E11CD0797E68}"/>
                </a:ext>
              </a:extLst>
            </p:cNvPr>
            <p:cNvSpPr txBox="1"/>
            <p:nvPr/>
          </p:nvSpPr>
          <p:spPr>
            <a:xfrm>
              <a:off x="6158873" y="5096756"/>
              <a:ext cx="9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</a:rPr>
                <a:t>Middle East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ECC6C4D-3037-F381-296C-F2604CEF0E3D}"/>
                </a:ext>
              </a:extLst>
            </p:cNvPr>
            <p:cNvCxnSpPr>
              <a:cxnSpLocks/>
            </p:cNvCxnSpPr>
            <p:nvPr/>
          </p:nvCxnSpPr>
          <p:spPr>
            <a:xfrm>
              <a:off x="6715760" y="3037840"/>
              <a:ext cx="476504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A42C4E0-0CEC-8504-4857-D5ACF52A611F}"/>
                </a:ext>
              </a:extLst>
            </p:cNvPr>
            <p:cNvSpPr txBox="1"/>
            <p:nvPr/>
          </p:nvSpPr>
          <p:spPr>
            <a:xfrm>
              <a:off x="5899730" y="2690734"/>
              <a:ext cx="11503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</a:rPr>
                <a:t>North America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2910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4DCB38-C425-7573-43B7-946811F7A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73974E5-8298-A87C-004C-D218E3024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9A7669-057C-9B7E-37B7-34F8D170A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FBD095-E7A7-CF79-9306-16A68A0C4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08A462-41E4-9943-9C98-C9208BA1C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2B6209-2F28-1944-A023-8CCC0EA64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68B6AF-93E8-2C64-00CA-625C27E8F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079" y="548538"/>
            <a:ext cx="9895951" cy="1033669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Agenda</a:t>
            </a:r>
            <a:endParaRPr lang="en-US" sz="2000" dirty="0">
              <a:solidFill>
                <a:srgbClr val="FFFFFF"/>
              </a:solidFill>
            </a:endParaRP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6C158653-E260-E69A-FBDA-EE2D8661D1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2560247"/>
              </p:ext>
            </p:extLst>
          </p:nvPr>
        </p:nvGraphicFramePr>
        <p:xfrm>
          <a:off x="632085" y="213845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7646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F2A76C-7C42-7F56-6025-D4CD746F5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A6D4F0-20F0-6A61-2364-6826B7FC9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CBEA9C-9A91-95D4-26B6-72830FEA2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DB6CB3-7C3F-2983-5DFB-EB5C157A7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554E51-B2DA-3714-3A45-4A91E4A7D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E25544-7C40-386B-10FA-022E2718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A9EF9B-E356-72F7-BC5F-3D52CD41B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39" y="548538"/>
            <a:ext cx="9895951" cy="1033669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Four forecasting models used and three geographic entities chosen</a:t>
            </a:r>
            <a:endParaRPr lang="en-US" sz="3400" dirty="0">
              <a:solidFill>
                <a:srgbClr val="FFFFFF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7F00301-79A0-8724-09B2-30591E4CEF6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481773" y="2036445"/>
            <a:ext cx="2687637" cy="530225"/>
          </a:xfrm>
          <a:prstGeom prst="rect">
            <a:avLst/>
          </a:prstGeom>
          <a:solidFill>
            <a:schemeClr val="tx2"/>
          </a:solidFill>
          <a:ln w="9525" algn="ctr">
            <a:solidFill>
              <a:schemeClr val="tx2"/>
            </a:solidFill>
            <a:miter lim="800000"/>
            <a:headEnd type="none" w="lg" len="lg"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tIns="91440" bIns="91440" anchor="ctr"/>
          <a:lstStyle/>
          <a:p>
            <a:pPr algn="ctr"/>
            <a:r>
              <a:rPr lang="en-GB" altLang="en-US" sz="1600" b="1" dirty="0">
                <a:solidFill>
                  <a:schemeClr val="bg1"/>
                </a:solidFill>
              </a:rPr>
              <a:t>Models used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6666B83-6415-B65D-DA6A-0E1472A9B685}"/>
              </a:ext>
            </a:extLst>
          </p:cNvPr>
          <p:cNvSpPr>
            <a:spLocks noChangeArrowheads="1"/>
          </p:cNvSpPr>
          <p:nvPr/>
        </p:nvSpPr>
        <p:spPr bwMode="gray">
          <a:xfrm>
            <a:off x="1481773" y="2566670"/>
            <a:ext cx="2687637" cy="314325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 algn="ctr">
            <a:solidFill>
              <a:schemeClr val="accent1"/>
            </a:solidFill>
            <a:miter lim="800000"/>
            <a:headEnd type="none" w="lg" len="lg"/>
            <a:tailEnd type="none" w="lg" len="lg"/>
          </a:ln>
          <a:effectLst/>
        </p:spPr>
        <p:txBody>
          <a:bodyPr tIns="91440" bIns="91440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88925" indent="-174625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569913" indent="-166688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539875" indent="-168275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33363" lvl="1" indent="-173038">
              <a:buFont typeface="Arial" panose="020B0604020202020204" pitchFamily="34" charset="0"/>
              <a:buChar char="•"/>
            </a:pPr>
            <a:r>
              <a:rPr lang="en-US" sz="1400" b="1" dirty="0"/>
              <a:t>Linear Regression</a:t>
            </a:r>
          </a:p>
          <a:p>
            <a:pPr marL="233363" lvl="1" indent="-173038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33363" lvl="1" indent="-173038">
              <a:buFont typeface="Arial" panose="020B0604020202020204" pitchFamily="34" charset="0"/>
              <a:buChar char="•"/>
            </a:pPr>
            <a:r>
              <a:rPr lang="en-US" sz="1400" b="1" dirty="0"/>
              <a:t>Polynomial Regression</a:t>
            </a:r>
          </a:p>
          <a:p>
            <a:pPr marL="233363" lvl="1" indent="-173038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33363" lvl="1" indent="-173038">
              <a:buFont typeface="Arial" panose="020B0604020202020204" pitchFamily="34" charset="0"/>
              <a:buChar char="•"/>
            </a:pPr>
            <a:r>
              <a:rPr lang="en-US" sz="1400" b="1" dirty="0"/>
              <a:t>Autoregression Integrated Moving Average (ARIMA)</a:t>
            </a:r>
          </a:p>
          <a:p>
            <a:pPr marL="233363" lvl="1" indent="-173038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33363" lvl="1" indent="-173038">
              <a:buFont typeface="Arial" panose="020B0604020202020204" pitchFamily="34" charset="0"/>
              <a:buChar char="•"/>
            </a:pPr>
            <a:r>
              <a:rPr lang="en-US" sz="1400" b="1" dirty="0"/>
              <a:t>Prophet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C0445AD-829D-94CA-B069-29845E74481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636135" y="2036445"/>
            <a:ext cx="2687638" cy="530225"/>
          </a:xfrm>
          <a:prstGeom prst="rect">
            <a:avLst/>
          </a:prstGeom>
          <a:solidFill>
            <a:schemeClr val="tx2"/>
          </a:solidFill>
          <a:ln w="9525" algn="ctr">
            <a:solidFill>
              <a:schemeClr val="tx2"/>
            </a:solidFill>
            <a:miter lim="800000"/>
            <a:headEnd type="none" w="lg" len="lg"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tIns="91440" bIns="91440" anchor="ctr"/>
          <a:lstStyle/>
          <a:p>
            <a:pPr algn="ctr"/>
            <a:r>
              <a:rPr lang="en-GB" altLang="en-US" sz="1600" b="1" dirty="0">
                <a:solidFill>
                  <a:schemeClr val="bg1"/>
                </a:solidFill>
              </a:rPr>
              <a:t>Countries tested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FDD7B243-545A-AF95-3D00-505DDB54CC3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636135" y="2566670"/>
            <a:ext cx="2687638" cy="314325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 algn="ctr">
            <a:solidFill>
              <a:schemeClr val="accent1"/>
            </a:solidFill>
            <a:miter lim="800000"/>
            <a:headEnd type="none" w="lg" len="lg"/>
            <a:tailEnd type="none" w="lg" len="lg"/>
          </a:ln>
          <a:effectLst/>
        </p:spPr>
        <p:txBody>
          <a:bodyPr tIns="91440" bIns="91440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88925" indent="-174625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569913" indent="-166688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539875" indent="-168275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33363" lvl="1" indent="-173038">
              <a:buFont typeface="Arial" panose="020B0604020202020204" pitchFamily="34" charset="0"/>
              <a:buChar char="•"/>
            </a:pPr>
            <a:r>
              <a:rPr lang="en-US" sz="1400" b="1" dirty="0"/>
              <a:t>United States</a:t>
            </a:r>
          </a:p>
          <a:p>
            <a:pPr marL="233363" lvl="1" indent="-173038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33363" lvl="1" indent="-173038">
              <a:buFont typeface="Arial" panose="020B0604020202020204" pitchFamily="34" charset="0"/>
              <a:buChar char="•"/>
            </a:pPr>
            <a:r>
              <a:rPr lang="en-US" sz="1400" b="1" dirty="0"/>
              <a:t>European Union</a:t>
            </a:r>
          </a:p>
          <a:p>
            <a:pPr marL="233363" lvl="1" indent="-173038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33363" lvl="1" indent="-173038">
              <a:buFont typeface="Arial" panose="020B0604020202020204" pitchFamily="34" charset="0"/>
              <a:buChar char="•"/>
            </a:pPr>
            <a:r>
              <a:rPr lang="en-US" sz="1400" b="1" dirty="0"/>
              <a:t>Switzerland</a:t>
            </a:r>
          </a:p>
          <a:p>
            <a:pPr lvl="2">
              <a:buClr>
                <a:schemeClr val="tx2"/>
              </a:buClr>
              <a:buFont typeface="Arial" panose="020B0604020202020204" pitchFamily="34" charset="0"/>
              <a:buChar char="–"/>
            </a:pPr>
            <a:endParaRPr lang="en-GB" altLang="en-US" sz="1400" dirty="0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80CA10B6-1B53-7E98-9AA5-38D7D3584138}"/>
              </a:ext>
            </a:extLst>
          </p:cNvPr>
          <p:cNvSpPr>
            <a:spLocks noChangeArrowheads="1"/>
          </p:cNvSpPr>
          <p:nvPr/>
        </p:nvSpPr>
        <p:spPr bwMode="gray">
          <a:xfrm>
            <a:off x="7780973" y="2036445"/>
            <a:ext cx="2687637" cy="530225"/>
          </a:xfrm>
          <a:prstGeom prst="rect">
            <a:avLst/>
          </a:prstGeom>
          <a:solidFill>
            <a:schemeClr val="tx2"/>
          </a:solidFill>
          <a:ln w="9525" algn="ctr">
            <a:solidFill>
              <a:schemeClr val="tx2"/>
            </a:solidFill>
            <a:miter lim="800000"/>
            <a:headEnd type="none" w="lg" len="lg"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tIns="91440" bIns="91440" anchor="ctr"/>
          <a:lstStyle/>
          <a:p>
            <a:pPr algn="ctr"/>
            <a:r>
              <a:rPr lang="en-GB" altLang="en-US" sz="1600" b="1" dirty="0">
                <a:solidFill>
                  <a:schemeClr val="bg1"/>
                </a:solidFill>
              </a:rPr>
              <a:t>Timeframe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F4FF60D9-2B66-12A4-A2FF-742E687D981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780973" y="2566670"/>
            <a:ext cx="2687637" cy="314325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 algn="ctr">
            <a:solidFill>
              <a:schemeClr val="accent1"/>
            </a:solidFill>
            <a:miter lim="800000"/>
            <a:headEnd type="none" w="lg" len="lg"/>
            <a:tailEnd type="none" w="lg" len="lg"/>
          </a:ln>
          <a:effectLst/>
        </p:spPr>
        <p:txBody>
          <a:bodyPr tIns="91440" bIns="91440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88925" indent="-174625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569913" indent="-166688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539875" indent="-168275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33363" lvl="1" indent="-173038">
              <a:buFont typeface="Arial" panose="020B0604020202020204" pitchFamily="34" charset="0"/>
              <a:buChar char="•"/>
            </a:pPr>
            <a:r>
              <a:rPr lang="en-US" sz="1400" b="1" dirty="0"/>
              <a:t>Training period for 50 years (since 1960)</a:t>
            </a:r>
          </a:p>
          <a:p>
            <a:pPr marL="233363" lvl="1" indent="-173038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33363" lvl="1" indent="-173038">
              <a:buFont typeface="Arial" panose="020B0604020202020204" pitchFamily="34" charset="0"/>
              <a:buChar char="•"/>
            </a:pPr>
            <a:r>
              <a:rPr lang="en-US" sz="1400" b="1" dirty="0"/>
              <a:t>Testing period from 2010 until 2023</a:t>
            </a:r>
          </a:p>
          <a:p>
            <a:pPr marL="233363" lvl="1" indent="-173038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33363" lvl="1" indent="-173038">
              <a:buFont typeface="Arial" panose="020B0604020202020204" pitchFamily="34" charset="0"/>
              <a:buChar char="•"/>
            </a:pPr>
            <a:r>
              <a:rPr lang="en-US" sz="1400" b="1" dirty="0"/>
              <a:t>Five-year forecasting period up to 2028</a:t>
            </a:r>
          </a:p>
          <a:p>
            <a:pPr lvl="2">
              <a:buClr>
                <a:schemeClr val="tx2"/>
              </a:buClr>
              <a:buFont typeface="Arial" panose="020B0604020202020204" pitchFamily="34" charset="0"/>
              <a:buChar char="–"/>
            </a:pPr>
            <a:endParaRPr lang="en-GB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064337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0D8939-C3C7-4490-D704-7EB95F2AF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6EB881B-BC9F-F4D9-9C1F-8E8DA2B6B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B4E15B-614C-8F31-AD1B-91B74C1122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7500B4-A930-5333-33F9-5717EA71EB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AF4A30-99A0-F60A-E6D8-AF3AC7FE7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E3EEA2-8296-7933-16C7-30461A552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ECD4E7-AA86-B83C-1759-037B1D049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39" y="548538"/>
            <a:ext cx="9895951" cy="1033669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What does each model do?</a:t>
            </a:r>
            <a:endParaRPr lang="en-US" sz="3400" dirty="0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8F041B-40C2-4068-EB6E-FCBA643EBF02}"/>
              </a:ext>
            </a:extLst>
          </p:cNvPr>
          <p:cNvSpPr>
            <a:spLocks noChangeArrowheads="1"/>
          </p:cNvSpPr>
          <p:nvPr/>
        </p:nvSpPr>
        <p:spPr bwMode="gray">
          <a:xfrm>
            <a:off x="786353" y="1994510"/>
            <a:ext cx="2038350" cy="530225"/>
          </a:xfrm>
          <a:prstGeom prst="rect">
            <a:avLst/>
          </a:prstGeom>
          <a:solidFill>
            <a:schemeClr val="tx2"/>
          </a:solidFill>
          <a:ln w="9525" algn="ctr">
            <a:solidFill>
              <a:schemeClr val="tx2"/>
            </a:solidFill>
            <a:miter lim="800000"/>
            <a:headEnd type="none" w="lg" len="lg"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tIns="91440" bIns="91440" anchor="ctr"/>
          <a:lstStyle/>
          <a:p>
            <a:pPr algn="ctr"/>
            <a:r>
              <a:rPr lang="en-GB" altLang="en-US" sz="1600" b="1" dirty="0">
                <a:solidFill>
                  <a:schemeClr val="bg1"/>
                </a:solidFill>
              </a:rPr>
              <a:t>Linear Regression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3811CE-884A-0E4E-E431-8D595D5EB96C}"/>
              </a:ext>
            </a:extLst>
          </p:cNvPr>
          <p:cNvSpPr>
            <a:spLocks noChangeArrowheads="1"/>
          </p:cNvSpPr>
          <p:nvPr/>
        </p:nvSpPr>
        <p:spPr bwMode="gray">
          <a:xfrm>
            <a:off x="786353" y="2524735"/>
            <a:ext cx="2038350" cy="360203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 algn="ctr">
            <a:solidFill>
              <a:schemeClr val="accent1"/>
            </a:solidFill>
            <a:miter lim="800000"/>
            <a:headEnd type="none" w="lg" len="lg"/>
            <a:tailEnd type="none" w="lg" len="lg"/>
          </a:ln>
          <a:effectLst/>
        </p:spPr>
        <p:txBody>
          <a:bodyPr tIns="91440" bIns="91440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88925" indent="-174625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569913" indent="-166688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539875" indent="-168275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sz="1400" b="1" dirty="0"/>
              <a:t>Calculates the line of best fit by minimizing the vertical distance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alt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sz="1400" b="1" dirty="0"/>
              <a:t>Predicts based on assumption that trends will continue linearly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alt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sz="1400" b="1" dirty="0"/>
              <a:t>Relationship between data is linear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EA64B644-EFC0-8C44-BE4B-A14A2C92C4A3}"/>
              </a:ext>
            </a:extLst>
          </p:cNvPr>
          <p:cNvSpPr>
            <a:spLocks noChangeArrowheads="1"/>
          </p:cNvSpPr>
          <p:nvPr/>
        </p:nvSpPr>
        <p:spPr bwMode="gray">
          <a:xfrm>
            <a:off x="3527155" y="1994510"/>
            <a:ext cx="2038350" cy="530225"/>
          </a:xfrm>
          <a:prstGeom prst="rect">
            <a:avLst/>
          </a:prstGeom>
          <a:solidFill>
            <a:schemeClr val="tx2"/>
          </a:solidFill>
          <a:ln w="9525" algn="ctr">
            <a:solidFill>
              <a:schemeClr val="tx2"/>
            </a:solidFill>
            <a:miter lim="800000"/>
            <a:headEnd type="none" w="lg" len="lg"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tIns="91440" bIns="91440" anchor="ctr"/>
          <a:lstStyle/>
          <a:p>
            <a:pPr algn="ctr"/>
            <a:r>
              <a:rPr lang="en-GB" altLang="en-US" sz="1600" b="1" dirty="0">
                <a:solidFill>
                  <a:schemeClr val="bg1"/>
                </a:solidFill>
              </a:rPr>
              <a:t>Polynomial Regression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0A1C565A-86C0-41F9-2645-044FE2F45B6D}"/>
              </a:ext>
            </a:extLst>
          </p:cNvPr>
          <p:cNvSpPr>
            <a:spLocks noChangeArrowheads="1"/>
          </p:cNvSpPr>
          <p:nvPr/>
        </p:nvSpPr>
        <p:spPr bwMode="gray">
          <a:xfrm>
            <a:off x="3527155" y="2524735"/>
            <a:ext cx="2038350" cy="360203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 algn="ctr">
            <a:solidFill>
              <a:schemeClr val="accent1"/>
            </a:solidFill>
            <a:miter lim="800000"/>
            <a:headEnd type="none" w="lg" len="lg"/>
            <a:tailEnd type="none" w="lg" len="lg"/>
          </a:ln>
          <a:effectLst/>
        </p:spPr>
        <p:txBody>
          <a:bodyPr tIns="91440" bIns="91440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88925" indent="-174625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569913" indent="-166688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539875" indent="-168275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sz="1400" b="1" dirty="0"/>
              <a:t>Captures non-linear relationships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alt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sz="1400" b="1" dirty="0"/>
              <a:t>Makes predictions by raising existing variables to higher powers</a:t>
            </a: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B7D50F70-0B5E-E784-12B0-15F8ED57A147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37817" y="1994510"/>
            <a:ext cx="2038350" cy="530225"/>
          </a:xfrm>
          <a:prstGeom prst="rect">
            <a:avLst/>
          </a:prstGeom>
          <a:solidFill>
            <a:schemeClr val="tx2"/>
          </a:solidFill>
          <a:ln w="9525" algn="ctr">
            <a:solidFill>
              <a:schemeClr val="tx2"/>
            </a:solidFill>
            <a:miter lim="800000"/>
            <a:headEnd type="none" w="lg" len="lg"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tIns="91440" bIns="91440" anchor="ctr"/>
          <a:lstStyle/>
          <a:p>
            <a:pPr algn="ctr"/>
            <a:r>
              <a:rPr lang="en-GB" altLang="en-US" sz="1600" b="1" dirty="0">
                <a:solidFill>
                  <a:schemeClr val="bg1"/>
                </a:solidFill>
              </a:rPr>
              <a:t>ARIMA</a:t>
            </a:r>
          </a:p>
        </p:txBody>
      </p:sp>
      <p:sp>
        <p:nvSpPr>
          <p:cNvPr id="19" name="Rectangle 7">
            <a:extLst>
              <a:ext uri="{FF2B5EF4-FFF2-40B4-BE49-F238E27FC236}">
                <a16:creationId xmlns:a16="http://schemas.microsoft.com/office/drawing/2014/main" id="{1F44D8AC-561A-9278-769F-673C3A280FFF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37817" y="2524735"/>
            <a:ext cx="2038350" cy="360203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 algn="ctr">
            <a:solidFill>
              <a:schemeClr val="accent1"/>
            </a:solidFill>
            <a:miter lim="800000"/>
            <a:headEnd type="none" w="lg" len="lg"/>
            <a:tailEnd type="none" w="lg" len="lg"/>
          </a:ln>
          <a:effectLst/>
        </p:spPr>
        <p:txBody>
          <a:bodyPr tIns="91440" bIns="91440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88925" indent="-174625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569913" indent="-166688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539875" indent="-168275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sz="1400" b="1" dirty="0"/>
              <a:t>Uses previous values to predict next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alt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sz="1400" b="1" dirty="0"/>
              <a:t>Takes differences to make the data stationary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alt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sz="1400" b="1" dirty="0"/>
              <a:t>Uses past forecasts to improve predictions</a:t>
            </a:r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9EA18C9C-185E-9DAE-ABEE-788496073D02}"/>
              </a:ext>
            </a:extLst>
          </p:cNvPr>
          <p:cNvSpPr>
            <a:spLocks noChangeArrowheads="1"/>
          </p:cNvSpPr>
          <p:nvPr/>
        </p:nvSpPr>
        <p:spPr bwMode="gray">
          <a:xfrm>
            <a:off x="9396484" y="1994510"/>
            <a:ext cx="2038350" cy="530225"/>
          </a:xfrm>
          <a:prstGeom prst="rect">
            <a:avLst/>
          </a:prstGeom>
          <a:solidFill>
            <a:schemeClr val="tx2"/>
          </a:solidFill>
          <a:ln w="9525" algn="ctr">
            <a:solidFill>
              <a:schemeClr val="tx2"/>
            </a:solidFill>
            <a:miter lim="800000"/>
            <a:headEnd type="none" w="lg" len="lg"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tIns="91440" bIns="91440" anchor="ctr"/>
          <a:lstStyle/>
          <a:p>
            <a:pPr algn="ctr"/>
            <a:r>
              <a:rPr lang="en-GB" altLang="en-US" sz="1600" b="1" dirty="0">
                <a:solidFill>
                  <a:schemeClr val="bg1"/>
                </a:solidFill>
              </a:rPr>
              <a:t>Prophet</a:t>
            </a:r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01B4CB92-F458-0565-490A-8E65EAD1AAA6}"/>
              </a:ext>
            </a:extLst>
          </p:cNvPr>
          <p:cNvSpPr>
            <a:spLocks noChangeArrowheads="1"/>
          </p:cNvSpPr>
          <p:nvPr/>
        </p:nvSpPr>
        <p:spPr bwMode="gray">
          <a:xfrm>
            <a:off x="9396484" y="2524735"/>
            <a:ext cx="2038350" cy="360203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 algn="ctr">
            <a:solidFill>
              <a:schemeClr val="accent1"/>
            </a:solidFill>
            <a:miter lim="800000"/>
            <a:headEnd type="none" w="lg" len="lg"/>
            <a:tailEnd type="none" w="lg" len="lg"/>
          </a:ln>
          <a:effectLst/>
        </p:spPr>
        <p:txBody>
          <a:bodyPr tIns="91440" bIns="91440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88925" indent="-174625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569913" indent="-166688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539875" indent="-168275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sz="1400" b="1" dirty="0"/>
              <a:t>Combines trend, seasonality and holiday effects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alt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sz="1400" b="1" dirty="0"/>
              <a:t>Adjusts for holidays and specific one-time spikes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alt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sz="1400" b="1" dirty="0"/>
              <a:t>Detects patterns and makes predictions accordingly</a:t>
            </a:r>
          </a:p>
        </p:txBody>
      </p:sp>
    </p:spTree>
    <p:extLst>
      <p:ext uri="{BB962C8B-B14F-4D97-AF65-F5344CB8AC3E}">
        <p14:creationId xmlns:p14="http://schemas.microsoft.com/office/powerpoint/2010/main" val="2727321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036" name="Rectangle 1035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7" name="Rectangle 1036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8" name="Rectangle 1037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1F942E-0272-FC5E-699D-F4EB9404D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38" y="542834"/>
            <a:ext cx="9477377" cy="1030515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Forecasting (I): US</a:t>
            </a:r>
            <a:br>
              <a:rPr lang="en-US" sz="3400" b="1" dirty="0">
                <a:solidFill>
                  <a:srgbClr val="FFFFFF"/>
                </a:solidFill>
              </a:rPr>
            </a:br>
            <a:r>
              <a:rPr lang="en-US" sz="2000" dirty="0">
                <a:solidFill>
                  <a:srgbClr val="FFFFFF"/>
                </a:solidFill>
              </a:rPr>
              <a:t>Polynomial Regression with lowest predictive error capturing the US GDP growth trend</a:t>
            </a:r>
            <a:endParaRPr lang="en-US" sz="2000" b="1" dirty="0">
              <a:solidFill>
                <a:srgbClr val="FFFFFF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1614815-A157-6BD0-40CB-770F7DEEB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86489" y="1737124"/>
            <a:ext cx="5582417" cy="3823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3745A22C-2496-5CCB-F688-14D45B02E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2" b="2162"/>
          <a:stretch/>
        </p:blipFill>
        <p:spPr bwMode="auto">
          <a:xfrm>
            <a:off x="655762" y="1998552"/>
            <a:ext cx="5149751" cy="2939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C34CE9D-9ADC-A568-CF18-F5B658C95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2548" y="5249216"/>
            <a:ext cx="9496427" cy="13852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Key findings</a:t>
            </a:r>
          </a:p>
          <a:p>
            <a:r>
              <a:rPr lang="en-US" sz="1600" dirty="0"/>
              <a:t>Polynomial regression the best fit among the models tested</a:t>
            </a:r>
          </a:p>
          <a:p>
            <a:r>
              <a:rPr lang="en-US" sz="1600" dirty="0"/>
              <a:t>Linear Regression has a large error since the US’s GDP growth is exponential</a:t>
            </a:r>
          </a:p>
          <a:p>
            <a:r>
              <a:rPr lang="en-US" sz="1600" dirty="0"/>
              <a:t>ARIMA and Prophet more stable models</a:t>
            </a:r>
          </a:p>
        </p:txBody>
      </p:sp>
    </p:spTree>
    <p:extLst>
      <p:ext uri="{BB962C8B-B14F-4D97-AF65-F5344CB8AC3E}">
        <p14:creationId xmlns:p14="http://schemas.microsoft.com/office/powerpoint/2010/main" val="2811211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83" name="Group 3082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3084" name="Rectangle 3083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5" name="Rectangle 3084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86" name="Rectangle 3085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001B61-D34C-D1BE-D8F2-6DEBC94DF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078" y="552994"/>
            <a:ext cx="9477377" cy="1030515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Forecasting (II): European Union</a:t>
            </a:r>
            <a:br>
              <a:rPr lang="en-US" sz="3400" dirty="0">
                <a:solidFill>
                  <a:srgbClr val="FFFFFF"/>
                </a:solidFill>
              </a:rPr>
            </a:br>
            <a:r>
              <a:rPr lang="en-US" sz="2000" dirty="0">
                <a:solidFill>
                  <a:srgbClr val="FFFFFF"/>
                </a:solidFill>
              </a:rPr>
              <a:t>ARIMA with the lowest predictive error (6%), but not fully capturing future growth 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BC0D346E-3704-A6FD-E95B-8AF7BCE97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36511" y="1637254"/>
            <a:ext cx="5674787" cy="3462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6EB1E399-539D-BBA5-1BA7-5B1149F11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4" r="1474"/>
          <a:stretch/>
        </p:blipFill>
        <p:spPr bwMode="auto">
          <a:xfrm>
            <a:off x="752068" y="1625490"/>
            <a:ext cx="4987901" cy="3066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28051-1A10-A1E1-FE09-9FAB74579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8" y="5070346"/>
            <a:ext cx="9835980" cy="1385266"/>
          </a:xfrm>
        </p:spPr>
        <p:txBody>
          <a:bodyPr>
            <a:normAutofit/>
          </a:bodyPr>
          <a:lstStyle/>
          <a:p>
            <a:r>
              <a:rPr lang="en-US" sz="1600" dirty="0"/>
              <a:t>European Union’s trend seems to be linear</a:t>
            </a:r>
          </a:p>
          <a:p>
            <a:r>
              <a:rPr lang="en-US" sz="1600" dirty="0"/>
              <a:t>Most models performed well and had similar results apart from Polynomial Regression with an error of ~25%</a:t>
            </a:r>
          </a:p>
          <a:p>
            <a:r>
              <a:rPr lang="en-US" sz="1600" dirty="0"/>
              <a:t>ARIMA predicts well the growth trend of the EU GDP</a:t>
            </a:r>
          </a:p>
        </p:txBody>
      </p:sp>
    </p:spTree>
    <p:extLst>
      <p:ext uri="{BB962C8B-B14F-4D97-AF65-F5344CB8AC3E}">
        <p14:creationId xmlns:p14="http://schemas.microsoft.com/office/powerpoint/2010/main" val="1422789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9" name="Rectangle 2058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61" name="Group 2060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2062" name="Rectangle 2061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3" name="Rectangle 2062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64" name="Rectangle 2063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54" name="Picture 6">
            <a:extLst>
              <a:ext uri="{FF2B5EF4-FFF2-40B4-BE49-F238E27FC236}">
                <a16:creationId xmlns:a16="http://schemas.microsoft.com/office/drawing/2014/main" id="{336DBFA0-182E-613B-4118-95E952760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819304" y="2000248"/>
            <a:ext cx="4683762" cy="2857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09209570-D977-DC05-6FD7-FAD0E1FF1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7" b="307"/>
          <a:stretch/>
        </p:blipFill>
        <p:spPr bwMode="auto">
          <a:xfrm>
            <a:off x="950086" y="1787654"/>
            <a:ext cx="4683761" cy="2776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E201B-FD5A-D345-2497-E000802FA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8" y="5070346"/>
            <a:ext cx="9496427" cy="1385266"/>
          </a:xfrm>
        </p:spPr>
        <p:txBody>
          <a:bodyPr>
            <a:normAutofit/>
          </a:bodyPr>
          <a:lstStyle/>
          <a:p>
            <a:r>
              <a:rPr lang="en-US" sz="1600" dirty="0"/>
              <a:t>Switzerland’s growth is somewhat exponential</a:t>
            </a:r>
          </a:p>
          <a:p>
            <a:r>
              <a:rPr lang="en-US" sz="1600" dirty="0"/>
              <a:t>A linear trend does not have good results, but a polynomial does</a:t>
            </a:r>
          </a:p>
          <a:p>
            <a:r>
              <a:rPr lang="en-US" sz="1600" dirty="0"/>
              <a:t>ARIMA very good predictions and close to actual results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D3B41E6-186E-0AA9-51F7-DA7F51B16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078" y="552994"/>
            <a:ext cx="10615554" cy="1030515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Forecasting (III): Switzerland</a:t>
            </a:r>
            <a:br>
              <a:rPr lang="en-US" sz="3400" dirty="0">
                <a:solidFill>
                  <a:srgbClr val="FFFFFF"/>
                </a:solidFill>
              </a:rPr>
            </a:br>
            <a:r>
              <a:rPr lang="en-US" sz="2000" dirty="0">
                <a:solidFill>
                  <a:srgbClr val="FFFFFF"/>
                </a:solidFill>
              </a:rPr>
              <a:t>ARIMA with the lowest predictive error (5%), while linear regression not as accurate (27% error)</a:t>
            </a:r>
          </a:p>
        </p:txBody>
      </p:sp>
    </p:spTree>
    <p:extLst>
      <p:ext uri="{BB962C8B-B14F-4D97-AF65-F5344CB8AC3E}">
        <p14:creationId xmlns:p14="http://schemas.microsoft.com/office/powerpoint/2010/main" val="4112883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A19144-E633-3B0C-B02A-B336B5978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9" name="Rectangle 2058">
            <a:extLst>
              <a:ext uri="{FF2B5EF4-FFF2-40B4-BE49-F238E27FC236}">
                <a16:creationId xmlns:a16="http://schemas.microsoft.com/office/drawing/2014/main" id="{ECA4735B-BA77-04CB-2C94-B0504E3A2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61" name="Group 2060">
            <a:extLst>
              <a:ext uri="{FF2B5EF4-FFF2-40B4-BE49-F238E27FC236}">
                <a16:creationId xmlns:a16="http://schemas.microsoft.com/office/drawing/2014/main" id="{68E3A7A6-BB49-0319-7407-6FB9254FA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2062" name="Rectangle 2061">
              <a:extLst>
                <a:ext uri="{FF2B5EF4-FFF2-40B4-BE49-F238E27FC236}">
                  <a16:creationId xmlns:a16="http://schemas.microsoft.com/office/drawing/2014/main" id="{1DD13B76-3913-EF88-EB5A-9AAACCD6D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3" name="Rectangle 2062">
              <a:extLst>
                <a:ext uri="{FF2B5EF4-FFF2-40B4-BE49-F238E27FC236}">
                  <a16:creationId xmlns:a16="http://schemas.microsoft.com/office/drawing/2014/main" id="{9761AC3A-A23A-B7C3-6859-33D272154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64" name="Rectangle 2063">
              <a:extLst>
                <a:ext uri="{FF2B5EF4-FFF2-40B4-BE49-F238E27FC236}">
                  <a16:creationId xmlns:a16="http://schemas.microsoft.com/office/drawing/2014/main" id="{A74C3841-8D7C-39B0-4C43-8A6F976D6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E93E4E8-3A6A-FB35-A5FD-B3239C204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078" y="552994"/>
            <a:ext cx="9477377" cy="1030515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Summarizing Model Accuracy</a:t>
            </a:r>
            <a:br>
              <a:rPr lang="en-US" sz="3400" dirty="0">
                <a:solidFill>
                  <a:srgbClr val="FFFFFF"/>
                </a:solidFill>
              </a:rPr>
            </a:br>
            <a:r>
              <a:rPr lang="en-US" sz="2000" dirty="0">
                <a:solidFill>
                  <a:srgbClr val="FFFFFF"/>
                </a:solidFill>
              </a:rPr>
              <a:t>ARIMA with lowest predictive error across countries (90% predictive accuracy)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267418-B982-638D-E1D6-1984EF71DB31}"/>
              </a:ext>
            </a:extLst>
          </p:cNvPr>
          <p:cNvSpPr txBox="1"/>
          <p:nvPr/>
        </p:nvSpPr>
        <p:spPr>
          <a:xfrm>
            <a:off x="7353059" y="2335022"/>
            <a:ext cx="4095345" cy="369331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ARIMA achieved the lowest average error and remained the most stable across all countries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Polynomial Regression was the worst performer overall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Forecasting was accurate for Western countries but faced significant challenges in African markets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506C4E5-477E-73FC-93F3-C17EE292B9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995638"/>
              </p:ext>
            </p:extLst>
          </p:nvPr>
        </p:nvGraphicFramePr>
        <p:xfrm>
          <a:off x="-7257" y="1466462"/>
          <a:ext cx="6828185" cy="543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637">
                  <a:extLst>
                    <a:ext uri="{9D8B030D-6E8A-4147-A177-3AD203B41FA5}">
                      <a16:colId xmlns:a16="http://schemas.microsoft.com/office/drawing/2014/main" val="3654948741"/>
                    </a:ext>
                  </a:extLst>
                </a:gridCol>
                <a:gridCol w="1365637">
                  <a:extLst>
                    <a:ext uri="{9D8B030D-6E8A-4147-A177-3AD203B41FA5}">
                      <a16:colId xmlns:a16="http://schemas.microsoft.com/office/drawing/2014/main" val="333287661"/>
                    </a:ext>
                  </a:extLst>
                </a:gridCol>
                <a:gridCol w="1365637">
                  <a:extLst>
                    <a:ext uri="{9D8B030D-6E8A-4147-A177-3AD203B41FA5}">
                      <a16:colId xmlns:a16="http://schemas.microsoft.com/office/drawing/2014/main" val="3466031782"/>
                    </a:ext>
                  </a:extLst>
                </a:gridCol>
                <a:gridCol w="1365637">
                  <a:extLst>
                    <a:ext uri="{9D8B030D-6E8A-4147-A177-3AD203B41FA5}">
                      <a16:colId xmlns:a16="http://schemas.microsoft.com/office/drawing/2014/main" val="2367276567"/>
                    </a:ext>
                  </a:extLst>
                </a:gridCol>
                <a:gridCol w="1365637">
                  <a:extLst>
                    <a:ext uri="{9D8B030D-6E8A-4147-A177-3AD203B41FA5}">
                      <a16:colId xmlns:a16="http://schemas.microsoft.com/office/drawing/2014/main" val="908634195"/>
                    </a:ext>
                  </a:extLst>
                </a:gridCol>
              </a:tblGrid>
              <a:tr h="500560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sz="1400" dirty="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sz="1400" dirty="0"/>
                        <a:t>Linear MAPE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sz="1400" dirty="0"/>
                        <a:t>Polynomial MAPE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sz="1400" dirty="0"/>
                        <a:t>ARIMA MAPE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sz="1400" dirty="0"/>
                        <a:t>Prophet MAPE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8048021"/>
                  </a:ext>
                </a:extLst>
              </a:tr>
              <a:tr h="23555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Italy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12.36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41.05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20.46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676587"/>
                  </a:ext>
                </a:extLst>
              </a:tr>
              <a:tr h="23555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Germany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15.72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5.21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697816"/>
                  </a:ext>
                </a:extLst>
              </a:tr>
              <a:tr h="23555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France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dirty="0"/>
                        <a:t>6.73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26.75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11.41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443252"/>
                  </a:ext>
                </a:extLst>
              </a:tr>
              <a:tr h="248744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United Kingdom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34.21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dirty="0"/>
                        <a:t>15.72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610511"/>
                  </a:ext>
                </a:extLst>
              </a:tr>
              <a:tr h="23555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Canada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24.65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13.34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17.62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356927"/>
                  </a:ext>
                </a:extLst>
              </a:tr>
              <a:tr h="23555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23.85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5.21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550888"/>
                  </a:ext>
                </a:extLst>
              </a:tr>
              <a:tr h="23555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Brazil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37.39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73.58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37.67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414943"/>
                  </a:ext>
                </a:extLst>
              </a:tr>
              <a:tr h="23555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Japan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34.48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34.69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34.54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559270"/>
                  </a:ext>
                </a:extLst>
              </a:tr>
              <a:tr h="23555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59.07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32.99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58.86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453711"/>
                  </a:ext>
                </a:extLst>
              </a:tr>
              <a:tr h="23555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China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75.48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22.62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dirty="0"/>
                        <a:t>75.47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619885"/>
                  </a:ext>
                </a:extLst>
              </a:tr>
              <a:tr h="23555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Angola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88.52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112.83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88.44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5152319"/>
                  </a:ext>
                </a:extLst>
              </a:tr>
              <a:tr h="254032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Congo, Dem. Rep.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28.23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28.24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477121"/>
                  </a:ext>
                </a:extLst>
              </a:tr>
              <a:tr h="254032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Equatorial Guinea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27.69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216.12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18.09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27.37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093472"/>
                  </a:ext>
                </a:extLst>
              </a:tr>
              <a:tr h="23555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Nigeria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dirty="0"/>
                        <a:t>44.99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22.57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12.44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44.85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559397"/>
                  </a:ext>
                </a:extLst>
              </a:tr>
              <a:tr h="23555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Azerbaijan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dirty="0"/>
                        <a:t>37.25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89.94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27.17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37.19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890093"/>
                  </a:ext>
                </a:extLst>
              </a:tr>
              <a:tr h="23555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Iraq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53.06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15.89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60.37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436040"/>
                  </a:ext>
                </a:extLst>
              </a:tr>
              <a:tr h="23555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Oman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46.84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14.52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46.75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453349"/>
                  </a:ext>
                </a:extLst>
              </a:tr>
              <a:tr h="23555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Saudi Arabia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52.14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31.09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52.06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601381"/>
                  </a:ext>
                </a:extLst>
              </a:tr>
              <a:tr h="254032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dirty="0"/>
                        <a:t>United Arab Emirates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32.07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65.64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dirty="0"/>
                        <a:t>32.01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438421"/>
                  </a:ext>
                </a:extLst>
              </a:tr>
              <a:tr h="23555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lang="en-US" dirty="0"/>
                        <a:t>Average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lang="en-US" dirty="0"/>
                        <a:t>37.11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lang="en-US" dirty="0"/>
                        <a:t>49.96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lang="en-US" dirty="0"/>
                        <a:t>10.50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lang="en-US" dirty="0"/>
                        <a:t>36.81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787625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BC68264A-797F-2893-AE2D-17792A3AA310}"/>
              </a:ext>
            </a:extLst>
          </p:cNvPr>
          <p:cNvSpPr/>
          <p:nvPr/>
        </p:nvSpPr>
        <p:spPr>
          <a:xfrm>
            <a:off x="-12427" y="6653198"/>
            <a:ext cx="6828185" cy="224253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126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115600-EC1F-FBC5-BE1E-82EB2DEA3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38E2007-0E8E-AD72-559C-DA437809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D9B643-5828-8584-D051-EED8B0A93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441FFE-D2B4-2722-6589-8E042C9A2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6C145-DBB6-8EA5-73C1-B1266737B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86971B-347C-BA05-5786-B40ECBA11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BE2C14-7DA4-66AC-282F-D6D6A7FE5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39" y="548538"/>
            <a:ext cx="9895951" cy="1033669"/>
          </a:xfrm>
        </p:spPr>
        <p:txBody>
          <a:bodyPr anchor="t">
            <a:no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Backtesting</a:t>
            </a:r>
            <a:br>
              <a:rPr lang="en-US" sz="3400" dirty="0">
                <a:solidFill>
                  <a:srgbClr val="FFFFFF"/>
                </a:solidFill>
              </a:rPr>
            </a:br>
            <a:r>
              <a:rPr lang="en-US" sz="2000" dirty="0">
                <a:solidFill>
                  <a:srgbClr val="FFFFFF"/>
                </a:solidFill>
              </a:rPr>
              <a:t>Backtesting data show that Polynomial Regression is a stable model for US GDP prediction</a:t>
            </a:r>
            <a:endParaRPr lang="en-US" sz="3400" dirty="0">
              <a:solidFill>
                <a:srgbClr val="FFFF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3B72A3-5825-3DF3-05DE-F2A741CB6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17684" cy="4351338"/>
          </a:xfrm>
        </p:spPr>
        <p:txBody>
          <a:bodyPr anchor="ctr">
            <a:normAutofit/>
          </a:bodyPr>
          <a:lstStyle/>
          <a:p>
            <a:r>
              <a:rPr lang="en-US" sz="1600" dirty="0"/>
              <a:t>Best Model: Polynomial Regression for the US</a:t>
            </a:r>
          </a:p>
          <a:p>
            <a:r>
              <a:rPr lang="en-US" sz="1600" dirty="0"/>
              <a:t>Backtesting</a:t>
            </a:r>
          </a:p>
          <a:p>
            <a:r>
              <a:rPr lang="en-US" sz="1600" dirty="0"/>
              <a:t>Train size increases with every fold</a:t>
            </a:r>
          </a:p>
          <a:p>
            <a:r>
              <a:rPr lang="en-US" sz="1600" dirty="0"/>
              <a:t>Test size remains the same</a:t>
            </a:r>
          </a:p>
          <a:p>
            <a:r>
              <a:rPr lang="en-US" sz="1600" dirty="0"/>
              <a:t>Shows stability of model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C7943FA-1C34-84E5-6433-35F41C986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749047" y="1597432"/>
            <a:ext cx="6397243" cy="526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2182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5CEB67-C296-23D5-787A-34394C19F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F86D0B6-884E-ABE3-E860-C0A958A3C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2F1A6B-7EA3-33C6-8F93-EE352C378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811136-C7F8-7546-8222-058DE233F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0F6F79-274D-2FB6-06AA-B17AC7FA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CC93FB-AF42-CB8D-B69F-25B1C690B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EBFBB-1B30-2EFF-1066-1E2DAFD21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39" y="548538"/>
            <a:ext cx="9895951" cy="1033669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Agenda</a:t>
            </a:r>
            <a:endParaRPr lang="en-US" sz="2000" dirty="0">
              <a:solidFill>
                <a:srgbClr val="FFFFFF"/>
              </a:solidFill>
            </a:endParaRP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4FC0A616-3A4E-5C9E-34FE-105C1C3959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0764482"/>
              </p:ext>
            </p:extLst>
          </p:nvPr>
        </p:nvGraphicFramePr>
        <p:xfrm>
          <a:off x="632085" y="213845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1156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5559B0-0E5D-D7A5-E09D-11FC3A268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136BF45-1ED3-1233-07B8-6E8A5655F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8A4458-386B-54FA-A240-9D0B5D08C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75FE15-FD32-219C-FB31-D4BBAEEAE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9AD75B-0CE8-7642-F677-F6EF96A3A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559DA7-7277-5F3B-7109-DD6FDA8DEE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F0F260-69F2-D272-D9DF-F0FF89F23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079" y="548538"/>
            <a:ext cx="9895951" cy="1033669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Limitations and Improvements</a:t>
            </a:r>
            <a:br>
              <a:rPr lang="en-US" sz="34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Challenges Identified and Opportunities for Enhancement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7A7B085-60F3-32BC-646D-A1A05EBFF7A1}"/>
              </a:ext>
            </a:extLst>
          </p:cNvPr>
          <p:cNvSpPr>
            <a:spLocks noChangeArrowheads="1"/>
          </p:cNvSpPr>
          <p:nvPr/>
        </p:nvSpPr>
        <p:spPr bwMode="gray">
          <a:xfrm>
            <a:off x="1654493" y="2300605"/>
            <a:ext cx="4113212" cy="530225"/>
          </a:xfrm>
          <a:prstGeom prst="rect">
            <a:avLst/>
          </a:prstGeom>
          <a:solidFill>
            <a:schemeClr val="tx2"/>
          </a:solidFill>
          <a:ln w="9525" algn="ctr">
            <a:solidFill>
              <a:schemeClr val="tx2"/>
            </a:solidFill>
            <a:miter lim="800000"/>
            <a:headEnd type="none" w="lg" len="lg"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tIns="91440" bIns="91440" anchor="ctr"/>
          <a:lstStyle/>
          <a:p>
            <a:pPr algn="ctr"/>
            <a:r>
              <a:rPr lang="en-GB" altLang="en-US" sz="1600" b="1" dirty="0">
                <a:solidFill>
                  <a:schemeClr val="bg1"/>
                </a:solidFill>
              </a:rPr>
              <a:t>Limitations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33DC4880-A0C5-8A9A-0C92-634E8A1FA113}"/>
              </a:ext>
            </a:extLst>
          </p:cNvPr>
          <p:cNvSpPr>
            <a:spLocks noChangeArrowheads="1"/>
          </p:cNvSpPr>
          <p:nvPr/>
        </p:nvSpPr>
        <p:spPr bwMode="gray">
          <a:xfrm>
            <a:off x="1654493" y="2830830"/>
            <a:ext cx="4113212" cy="318389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 algn="ctr">
            <a:solidFill>
              <a:schemeClr val="accent1"/>
            </a:solidFill>
            <a:miter lim="800000"/>
            <a:headEnd type="none" w="lg" len="lg"/>
            <a:tailEnd type="none" w="lg" len="lg"/>
          </a:ln>
          <a:effectLst/>
        </p:spPr>
        <p:txBody>
          <a:bodyPr tIns="91440" bIns="91440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88925" indent="-174625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569913" indent="-166688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539875" indent="-168275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17373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1400" b="1" dirty="0"/>
              <a:t>Ignores the “Real world”</a:t>
            </a:r>
          </a:p>
          <a:p>
            <a:pPr marL="574675" lvl="1" indent="-17373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1400" dirty="0"/>
              <a:t>Wars</a:t>
            </a:r>
          </a:p>
          <a:p>
            <a:pPr marL="574675" lvl="1" indent="-17373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1400" dirty="0"/>
              <a:t>Elections</a:t>
            </a:r>
          </a:p>
          <a:p>
            <a:pPr marL="285750" indent="-17373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altLang="en-US" sz="1400" dirty="0"/>
          </a:p>
          <a:p>
            <a:pPr marL="285750" indent="-17373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1400" b="1" dirty="0"/>
              <a:t>Vulnerability to “Black Swan” events</a:t>
            </a:r>
          </a:p>
          <a:p>
            <a:pPr marL="574675" lvl="1" indent="-17373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1400" dirty="0"/>
              <a:t>COVID – 19</a:t>
            </a:r>
          </a:p>
          <a:p>
            <a:pPr marL="574675" lvl="1" indent="-17373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1400" dirty="0"/>
              <a:t>2008 economic crisis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altLang="en-US" sz="1400" dirty="0"/>
          </a:p>
          <a:p>
            <a:endParaRPr lang="en-GB" altLang="en-US" sz="1400" b="1" dirty="0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F8AEC804-3B86-FF34-1B21-C2F9AD08CB88}"/>
              </a:ext>
            </a:extLst>
          </p:cNvPr>
          <p:cNvSpPr>
            <a:spLocks noChangeArrowheads="1"/>
          </p:cNvSpPr>
          <p:nvPr/>
        </p:nvSpPr>
        <p:spPr bwMode="gray">
          <a:xfrm>
            <a:off x="6536055" y="2300605"/>
            <a:ext cx="4113213" cy="530225"/>
          </a:xfrm>
          <a:prstGeom prst="rect">
            <a:avLst/>
          </a:prstGeom>
          <a:solidFill>
            <a:schemeClr val="tx2"/>
          </a:solidFill>
          <a:ln w="9525" algn="ctr">
            <a:solidFill>
              <a:schemeClr val="tx2"/>
            </a:solidFill>
            <a:miter lim="800000"/>
            <a:headEnd type="none" w="lg" len="lg"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tIns="91440" bIns="91440" anchor="ctr"/>
          <a:lstStyle/>
          <a:p>
            <a:pPr algn="ctr"/>
            <a:r>
              <a:rPr lang="en-GB" altLang="en-US" sz="1600" b="1" dirty="0">
                <a:solidFill>
                  <a:schemeClr val="bg1"/>
                </a:solidFill>
              </a:rPr>
              <a:t>Improvements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02C7FC9A-E998-E061-258D-2C2F6A5FEAE4}"/>
              </a:ext>
            </a:extLst>
          </p:cNvPr>
          <p:cNvSpPr>
            <a:spLocks noChangeArrowheads="1"/>
          </p:cNvSpPr>
          <p:nvPr/>
        </p:nvSpPr>
        <p:spPr bwMode="gray">
          <a:xfrm>
            <a:off x="6536055" y="2830830"/>
            <a:ext cx="4113213" cy="318389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 algn="ctr">
            <a:solidFill>
              <a:schemeClr val="accent1"/>
            </a:solidFill>
            <a:miter lim="800000"/>
            <a:headEnd type="none" w="lg" len="lg"/>
            <a:tailEnd type="none" w="lg" len="lg"/>
          </a:ln>
          <a:effectLst/>
        </p:spPr>
        <p:txBody>
          <a:bodyPr tIns="91440" bIns="91440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88925" indent="-174625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569913" indent="-166688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539875" indent="-168275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1400" b="1" dirty="0"/>
              <a:t>Add more advanced models</a:t>
            </a:r>
          </a:p>
          <a:p>
            <a:pPr marL="574675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1400" dirty="0"/>
              <a:t>LSTM</a:t>
            </a:r>
          </a:p>
          <a:p>
            <a:pPr marL="574675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1400" dirty="0"/>
              <a:t>Prophet with use of MCMC</a:t>
            </a:r>
          </a:p>
          <a:p>
            <a:pPr marL="574675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1400" dirty="0"/>
              <a:t>Other neural networks</a:t>
            </a:r>
          </a:p>
          <a:p>
            <a:pPr lvl="1" indent="0">
              <a:lnSpc>
                <a:spcPct val="150000"/>
              </a:lnSpc>
            </a:pPr>
            <a:endParaRPr lang="en-GB" alt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sz="1400" b="1" dirty="0"/>
              <a:t>Add more data to improve the models’ predictions</a:t>
            </a:r>
          </a:p>
          <a:p>
            <a:pPr marL="574675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1400" dirty="0"/>
              <a:t>Population</a:t>
            </a:r>
          </a:p>
          <a:p>
            <a:pPr marL="574675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1400" dirty="0"/>
              <a:t>Unemployment</a:t>
            </a:r>
          </a:p>
          <a:p>
            <a:pPr marL="574675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1400" dirty="0"/>
              <a:t>Inflation</a:t>
            </a:r>
          </a:p>
        </p:txBody>
      </p:sp>
    </p:spTree>
    <p:extLst>
      <p:ext uri="{BB962C8B-B14F-4D97-AF65-F5344CB8AC3E}">
        <p14:creationId xmlns:p14="http://schemas.microsoft.com/office/powerpoint/2010/main" val="228469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99AD1-D0CF-5F61-A5FC-E118724AA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F516AD82-1857-9AC2-CDD9-BBC797BDA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3F0DD705-7580-F5EB-BB41-592C986AB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D0E467E5-9819-E823-A02E-B5D9F02E44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2D107CC-1B17-CD7E-8EC5-55334E4EE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A39B29-48B8-3914-30D1-43A1F6DFED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008" y="857252"/>
            <a:ext cx="5706580" cy="3098061"/>
          </a:xfrm>
        </p:spPr>
        <p:txBody>
          <a:bodyPr anchor="b">
            <a:noAutofit/>
          </a:bodyPr>
          <a:lstStyle/>
          <a:p>
            <a:pPr>
              <a:lnSpc>
                <a:spcPct val="70000"/>
              </a:lnSpc>
            </a:pP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THANK YOU !</a:t>
            </a: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FB057E6D-6F46-EE11-94B9-4B7E15184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41" name="Oval 1040">
            <a:extLst>
              <a:ext uri="{FF2B5EF4-FFF2-40B4-BE49-F238E27FC236}">
                <a16:creationId xmlns:a16="http://schemas.microsoft.com/office/drawing/2014/main" id="{EBA0A933-4B7D-6934-10B8-181F6E3DA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26" name="Picture 2" descr="▷ Fastest Growing Economies in the ...">
            <a:extLst>
              <a:ext uri="{FF2B5EF4-FFF2-40B4-BE49-F238E27FC236}">
                <a16:creationId xmlns:a16="http://schemas.microsoft.com/office/drawing/2014/main" id="{AA7B54C2-0065-3037-69E0-7E7253F96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90588" y="1062541"/>
            <a:ext cx="4747280" cy="4756162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0838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4558</TotalTime>
  <Words>941</Words>
  <Application>Microsoft Office PowerPoint</Application>
  <PresentationFormat>Widescreen</PresentationFormat>
  <Paragraphs>258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Machine Learning Project  Predicting the GDP Evolution</vt:lpstr>
      <vt:lpstr>Agenda</vt:lpstr>
      <vt:lpstr>Agenda</vt:lpstr>
      <vt:lpstr>Project Details From where did we get the data and what did it include?</vt:lpstr>
      <vt:lpstr>Agenda</vt:lpstr>
      <vt:lpstr>Getting to know the data: GDP per country US and China the countries with highest GDP by far; &gt;3 times as high when compared to 3rd Germany</vt:lpstr>
      <vt:lpstr>Getting to know the data: GDP Growth per major Country US and China with highest overall growth over the past 60 years albeit with flattening trends recently</vt:lpstr>
      <vt:lpstr>Getting to know the data: GDP Growth correlation matrix GDP growth within certain country groups highly correlated</vt:lpstr>
      <vt:lpstr>Agenda</vt:lpstr>
      <vt:lpstr>Four forecasting models used and three geographic entities chosen</vt:lpstr>
      <vt:lpstr>What does each model do?</vt:lpstr>
      <vt:lpstr>Forecasting (I): US Polynomial Regression with lowest predictive error capturing the US GDP growth trend</vt:lpstr>
      <vt:lpstr>Forecasting (II): European Union ARIMA with the lowest predictive error (6%), but not fully capturing future growth </vt:lpstr>
      <vt:lpstr>Forecasting (III): Switzerland ARIMA with the lowest predictive error (5%), while linear regression not as accurate (27% error)</vt:lpstr>
      <vt:lpstr>Summarizing Model Accuracy ARIMA with lowest predictive error across countries (90% predictive accuracy)</vt:lpstr>
      <vt:lpstr>Backtesting Backtesting data show that Polynomial Regression is a stable model for US GDP prediction</vt:lpstr>
      <vt:lpstr>Agenda</vt:lpstr>
      <vt:lpstr>Limitations and Improvements Challenges Identified and Opportunities for Enhancement</vt:lpstr>
      <vt:lpstr> 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Stelios Katsoulakis</dc:creator>
  <cp:lastModifiedBy>Stelios Katsoulakis</cp:lastModifiedBy>
  <cp:revision>24</cp:revision>
  <dcterms:created xsi:type="dcterms:W3CDTF">2026-03-21T19:02:11Z</dcterms:created>
  <dcterms:modified xsi:type="dcterms:W3CDTF">2026-03-30T19:30:34Z</dcterms:modified>
</cp:coreProperties>
</file>